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63" r:id="rId3"/>
    <p:sldId id="257" r:id="rId4"/>
    <p:sldId id="267" r:id="rId5"/>
    <p:sldId id="262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29FFA7-61DD-42F6-8F01-C43ABF9F0124}" v="5" dt="2026-03-26T15:14:21.2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9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4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w Beatty" userId="ddf183e3-d1da-49e1-9619-81ceb6b4ef92" providerId="ADAL" clId="{0A9FA626-7B66-484A-9EFA-B61C399DD8F4}"/>
    <pc:docChg chg="custSel delSld modSld">
      <pc:chgData name="Andrew Beatty" userId="ddf183e3-d1da-49e1-9619-81ceb6b4ef92" providerId="ADAL" clId="{0A9FA626-7B66-484A-9EFA-B61C399DD8F4}" dt="2026-03-26T15:15:00.582" v="20" actId="47"/>
      <pc:docMkLst>
        <pc:docMk/>
      </pc:docMkLst>
      <pc:sldChg chg="addSp delSp modSp modTransition modAnim">
        <pc:chgData name="Andrew Beatty" userId="ddf183e3-d1da-49e1-9619-81ceb6b4ef92" providerId="ADAL" clId="{0A9FA626-7B66-484A-9EFA-B61C399DD8F4}" dt="2026-03-26T15:14:21.278" v="4"/>
        <pc:sldMkLst>
          <pc:docMk/>
          <pc:sldMk cId="891026309" sldId="256"/>
        </pc:sldMkLst>
        <pc:picChg chg="add del mod">
          <ac:chgData name="Andrew Beatty" userId="ddf183e3-d1da-49e1-9619-81ceb6b4ef92" providerId="ADAL" clId="{0A9FA626-7B66-484A-9EFA-B61C399DD8F4}" dt="2026-03-26T15:14:21.278" v="4"/>
          <ac:picMkLst>
            <pc:docMk/>
            <pc:sldMk cId="891026309" sldId="256"/>
            <ac:picMk id="7" creationId="{C9D778A8-DA89-014E-D738-0693636D0401}"/>
          </ac:picMkLst>
        </pc:picChg>
        <pc:picChg chg="del">
          <ac:chgData name="Andrew Beatty" userId="ddf183e3-d1da-49e1-9619-81ceb6b4ef92" providerId="ADAL" clId="{0A9FA626-7B66-484A-9EFA-B61C399DD8F4}" dt="2026-03-25T16:57:45.289" v="0"/>
          <ac:picMkLst>
            <pc:docMk/>
            <pc:sldMk cId="891026309" sldId="256"/>
            <ac:picMk id="11" creationId="{4B773B90-E02D-F93E-E36A-0AFB11E3BD88}"/>
          </ac:picMkLst>
        </pc:picChg>
      </pc:sldChg>
      <pc:sldChg chg="delSp modTransition modAnim">
        <pc:chgData name="Andrew Beatty" userId="ddf183e3-d1da-49e1-9619-81ceb6b4ef92" providerId="ADAL" clId="{0A9FA626-7B66-484A-9EFA-B61C399DD8F4}" dt="2026-03-26T15:14:21.278" v="4"/>
        <pc:sldMkLst>
          <pc:docMk/>
          <pc:sldMk cId="3914600907" sldId="257"/>
        </pc:sldMkLst>
        <pc:picChg chg="del">
          <ac:chgData name="Andrew Beatty" userId="ddf183e3-d1da-49e1-9619-81ceb6b4ef92" providerId="ADAL" clId="{0A9FA626-7B66-484A-9EFA-B61C399DD8F4}" dt="2026-03-26T15:14:21.278" v="4"/>
          <ac:picMkLst>
            <pc:docMk/>
            <pc:sldMk cId="3914600907" sldId="257"/>
            <ac:picMk id="8" creationId="{F92D8ADE-D076-E0C2-0820-1B91511EA990}"/>
          </ac:picMkLst>
        </pc:picChg>
      </pc:sldChg>
      <pc:sldChg chg="del modTransition">
        <pc:chgData name="Andrew Beatty" userId="ddf183e3-d1da-49e1-9619-81ceb6b4ef92" providerId="ADAL" clId="{0A9FA626-7B66-484A-9EFA-B61C399DD8F4}" dt="2026-03-26T15:14:24.956" v="5" actId="47"/>
        <pc:sldMkLst>
          <pc:docMk/>
          <pc:sldMk cId="3644387816" sldId="258"/>
        </pc:sldMkLst>
      </pc:sldChg>
      <pc:sldChg chg="delSp del mod modTransition delAnim">
        <pc:chgData name="Andrew Beatty" userId="ddf183e3-d1da-49e1-9619-81ceb6b4ef92" providerId="ADAL" clId="{0A9FA626-7B66-484A-9EFA-B61C399DD8F4}" dt="2026-03-26T15:14:55.249" v="17" actId="47"/>
        <pc:sldMkLst>
          <pc:docMk/>
          <pc:sldMk cId="1425788014" sldId="259"/>
        </pc:sldMkLst>
        <pc:picChg chg="del">
          <ac:chgData name="Andrew Beatty" userId="ddf183e3-d1da-49e1-9619-81ceb6b4ef92" providerId="ADAL" clId="{0A9FA626-7B66-484A-9EFA-B61C399DD8F4}" dt="2026-03-26T15:14:28.383" v="6" actId="478"/>
          <ac:picMkLst>
            <pc:docMk/>
            <pc:sldMk cId="1425788014" sldId="259"/>
            <ac:picMk id="5" creationId="{01F13F66-C447-4FFB-C37F-086CF60EF913}"/>
          </ac:picMkLst>
        </pc:picChg>
      </pc:sldChg>
      <pc:sldChg chg="del modTransition">
        <pc:chgData name="Andrew Beatty" userId="ddf183e3-d1da-49e1-9619-81ceb6b4ef92" providerId="ADAL" clId="{0A9FA626-7B66-484A-9EFA-B61C399DD8F4}" dt="2026-03-26T15:14:29.467" v="7" actId="47"/>
        <pc:sldMkLst>
          <pc:docMk/>
          <pc:sldMk cId="3785791084" sldId="260"/>
        </pc:sldMkLst>
      </pc:sldChg>
      <pc:sldChg chg="delSp del mod modTransition delAnim">
        <pc:chgData name="Andrew Beatty" userId="ddf183e3-d1da-49e1-9619-81ceb6b4ef92" providerId="ADAL" clId="{0A9FA626-7B66-484A-9EFA-B61C399DD8F4}" dt="2026-03-26T15:14:54.314" v="16" actId="47"/>
        <pc:sldMkLst>
          <pc:docMk/>
          <pc:sldMk cId="2846103888" sldId="261"/>
        </pc:sldMkLst>
        <pc:picChg chg="del">
          <ac:chgData name="Andrew Beatty" userId="ddf183e3-d1da-49e1-9619-81ceb6b4ef92" providerId="ADAL" clId="{0A9FA626-7B66-484A-9EFA-B61C399DD8F4}" dt="2026-03-26T15:14:52.167" v="15" actId="478"/>
          <ac:picMkLst>
            <pc:docMk/>
            <pc:sldMk cId="2846103888" sldId="261"/>
            <ac:picMk id="2" creationId="{B58EFF9E-C3CE-AEAC-5B62-C4C68A3FA565}"/>
          </ac:picMkLst>
        </pc:picChg>
      </pc:sldChg>
      <pc:sldChg chg="addSp delSp modSp modTransition modAnim">
        <pc:chgData name="Andrew Beatty" userId="ddf183e3-d1da-49e1-9619-81ceb6b4ef92" providerId="ADAL" clId="{0A9FA626-7B66-484A-9EFA-B61C399DD8F4}" dt="2026-03-26T15:14:21.278" v="4"/>
        <pc:sldMkLst>
          <pc:docMk/>
          <pc:sldMk cId="2002962881" sldId="262"/>
        </pc:sldMkLst>
        <pc:picChg chg="add del mod">
          <ac:chgData name="Andrew Beatty" userId="ddf183e3-d1da-49e1-9619-81ceb6b4ef92" providerId="ADAL" clId="{0A9FA626-7B66-484A-9EFA-B61C399DD8F4}" dt="2026-03-26T15:14:21.278" v="4"/>
          <ac:picMkLst>
            <pc:docMk/>
            <pc:sldMk cId="2002962881" sldId="262"/>
            <ac:picMk id="6" creationId="{3249E366-99FA-A644-8A39-7B96E6D7106D}"/>
          </ac:picMkLst>
        </pc:picChg>
        <pc:picChg chg="del">
          <ac:chgData name="Andrew Beatty" userId="ddf183e3-d1da-49e1-9619-81ceb6b4ef92" providerId="ADAL" clId="{0A9FA626-7B66-484A-9EFA-B61C399DD8F4}" dt="2026-03-25T17:01:58.609" v="2"/>
          <ac:picMkLst>
            <pc:docMk/>
            <pc:sldMk cId="2002962881" sldId="262"/>
            <ac:picMk id="7" creationId="{EE21E638-F235-1FFA-D328-D94CFA27211B}"/>
          </ac:picMkLst>
        </pc:picChg>
      </pc:sldChg>
      <pc:sldChg chg="delSp modTransition modAnim">
        <pc:chgData name="Andrew Beatty" userId="ddf183e3-d1da-49e1-9619-81ceb6b4ef92" providerId="ADAL" clId="{0A9FA626-7B66-484A-9EFA-B61C399DD8F4}" dt="2026-03-26T15:14:21.278" v="4"/>
        <pc:sldMkLst>
          <pc:docMk/>
          <pc:sldMk cId="2467901612" sldId="263"/>
        </pc:sldMkLst>
        <pc:picChg chg="del">
          <ac:chgData name="Andrew Beatty" userId="ddf183e3-d1da-49e1-9619-81ceb6b4ef92" providerId="ADAL" clId="{0A9FA626-7B66-484A-9EFA-B61C399DD8F4}" dt="2026-03-26T15:14:21.278" v="4"/>
          <ac:picMkLst>
            <pc:docMk/>
            <pc:sldMk cId="2467901612" sldId="263"/>
            <ac:picMk id="9" creationId="{E3104B7F-70F6-4978-C5DF-E2BF2A927257}"/>
          </ac:picMkLst>
        </pc:picChg>
      </pc:sldChg>
      <pc:sldChg chg="delSp del mod modTransition delAnim">
        <pc:chgData name="Andrew Beatty" userId="ddf183e3-d1da-49e1-9619-81ceb6b4ef92" providerId="ADAL" clId="{0A9FA626-7B66-484A-9EFA-B61C399DD8F4}" dt="2026-03-26T15:14:50.355" v="14" actId="47"/>
        <pc:sldMkLst>
          <pc:docMk/>
          <pc:sldMk cId="3944133679" sldId="264"/>
        </pc:sldMkLst>
        <pc:picChg chg="del">
          <ac:chgData name="Andrew Beatty" userId="ddf183e3-d1da-49e1-9619-81ceb6b4ef92" providerId="ADAL" clId="{0A9FA626-7B66-484A-9EFA-B61C399DD8F4}" dt="2026-03-26T15:14:32.948" v="8" actId="478"/>
          <ac:picMkLst>
            <pc:docMk/>
            <pc:sldMk cId="3944133679" sldId="264"/>
            <ac:picMk id="4" creationId="{CA4BFF2B-887C-B268-FD06-608C6128E259}"/>
          </ac:picMkLst>
        </pc:picChg>
      </pc:sldChg>
      <pc:sldChg chg="delSp del mod modTransition delAnim">
        <pc:chgData name="Andrew Beatty" userId="ddf183e3-d1da-49e1-9619-81ceb6b4ef92" providerId="ADAL" clId="{0A9FA626-7B66-484A-9EFA-B61C399DD8F4}" dt="2026-03-26T15:14:57.043" v="18" actId="47"/>
        <pc:sldMkLst>
          <pc:docMk/>
          <pc:sldMk cId="3941946294" sldId="265"/>
        </pc:sldMkLst>
        <pc:picChg chg="del">
          <ac:chgData name="Andrew Beatty" userId="ddf183e3-d1da-49e1-9619-81ceb6b4ef92" providerId="ADAL" clId="{0A9FA626-7B66-484A-9EFA-B61C399DD8F4}" dt="2026-03-26T15:14:34.868" v="9" actId="478"/>
          <ac:picMkLst>
            <pc:docMk/>
            <pc:sldMk cId="3941946294" sldId="265"/>
            <ac:picMk id="4" creationId="{928F0E73-0A71-4C09-35D0-3166C27480EE}"/>
          </ac:picMkLst>
        </pc:picChg>
      </pc:sldChg>
      <pc:sldChg chg="delSp del mod modTransition delAnim">
        <pc:chgData name="Andrew Beatty" userId="ddf183e3-d1da-49e1-9619-81ceb6b4ef92" providerId="ADAL" clId="{0A9FA626-7B66-484A-9EFA-B61C399DD8F4}" dt="2026-03-26T15:14:49.250" v="13" actId="47"/>
        <pc:sldMkLst>
          <pc:docMk/>
          <pc:sldMk cId="2047840451" sldId="266"/>
        </pc:sldMkLst>
        <pc:picChg chg="del">
          <ac:chgData name="Andrew Beatty" userId="ddf183e3-d1da-49e1-9619-81ceb6b4ef92" providerId="ADAL" clId="{0A9FA626-7B66-484A-9EFA-B61C399DD8F4}" dt="2026-03-26T15:14:37.636" v="10" actId="478"/>
          <ac:picMkLst>
            <pc:docMk/>
            <pc:sldMk cId="2047840451" sldId="266"/>
            <ac:picMk id="3" creationId="{4B51EE98-D153-2538-DE8A-0BC2ADC5843C}"/>
          </ac:picMkLst>
        </pc:picChg>
      </pc:sldChg>
      <pc:sldChg chg="delSp modTransition modAnim">
        <pc:chgData name="Andrew Beatty" userId="ddf183e3-d1da-49e1-9619-81ceb6b4ef92" providerId="ADAL" clId="{0A9FA626-7B66-484A-9EFA-B61C399DD8F4}" dt="2026-03-26T15:14:21.278" v="4"/>
        <pc:sldMkLst>
          <pc:docMk/>
          <pc:sldMk cId="2635955335" sldId="267"/>
        </pc:sldMkLst>
        <pc:picChg chg="del">
          <ac:chgData name="Andrew Beatty" userId="ddf183e3-d1da-49e1-9619-81ceb6b4ef92" providerId="ADAL" clId="{0A9FA626-7B66-484A-9EFA-B61C399DD8F4}" dt="2026-03-26T15:14:21.278" v="4"/>
          <ac:picMkLst>
            <pc:docMk/>
            <pc:sldMk cId="2635955335" sldId="267"/>
            <ac:picMk id="6" creationId="{90373049-8B70-D3C3-19CE-C6756BD52B0E}"/>
          </ac:picMkLst>
        </pc:picChg>
      </pc:sldChg>
      <pc:sldChg chg="delSp del mod modTransition delAnim">
        <pc:chgData name="Andrew Beatty" userId="ddf183e3-d1da-49e1-9619-81ceb6b4ef92" providerId="ADAL" clId="{0A9FA626-7B66-484A-9EFA-B61C399DD8F4}" dt="2026-03-26T15:14:59.065" v="19" actId="47"/>
        <pc:sldMkLst>
          <pc:docMk/>
          <pc:sldMk cId="3608196186" sldId="268"/>
        </pc:sldMkLst>
        <pc:picChg chg="del">
          <ac:chgData name="Andrew Beatty" userId="ddf183e3-d1da-49e1-9619-81ceb6b4ef92" providerId="ADAL" clId="{0A9FA626-7B66-484A-9EFA-B61C399DD8F4}" dt="2026-03-26T15:14:39.483" v="11" actId="478"/>
          <ac:picMkLst>
            <pc:docMk/>
            <pc:sldMk cId="3608196186" sldId="268"/>
            <ac:picMk id="2" creationId="{2821CD62-09B9-38E9-B941-5C7CC03EF417}"/>
          </ac:picMkLst>
        </pc:picChg>
      </pc:sldChg>
      <pc:sldChg chg="delSp del mod modTransition delAnim">
        <pc:chgData name="Andrew Beatty" userId="ddf183e3-d1da-49e1-9619-81ceb6b4ef92" providerId="ADAL" clId="{0A9FA626-7B66-484A-9EFA-B61C399DD8F4}" dt="2026-03-26T15:15:00.582" v="20" actId="47"/>
        <pc:sldMkLst>
          <pc:docMk/>
          <pc:sldMk cId="1964319823" sldId="269"/>
        </pc:sldMkLst>
        <pc:picChg chg="del">
          <ac:chgData name="Andrew Beatty" userId="ddf183e3-d1da-49e1-9619-81ceb6b4ef92" providerId="ADAL" clId="{0A9FA626-7B66-484A-9EFA-B61C399DD8F4}" dt="2026-03-26T15:14:41.985" v="12" actId="478"/>
          <ac:picMkLst>
            <pc:docMk/>
            <pc:sldMk cId="1964319823" sldId="269"/>
            <ac:picMk id="2" creationId="{72F43E62-563B-AEFD-EB31-2311BEEE4A9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E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3/26/2026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3/26/2026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IE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85F27-6EDD-5B56-E903-0F3A50987A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Hosting</a:t>
            </a:r>
            <a:br>
              <a:rPr lang="en-IE" dirty="0"/>
            </a:br>
            <a:r>
              <a:rPr lang="en-IE" sz="2400" dirty="0"/>
              <a:t>Python anywhere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1A946B-BC70-D628-511D-255726542F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/>
              <a:t>Web Services and Applications </a:t>
            </a:r>
          </a:p>
          <a:p>
            <a:r>
              <a:rPr lang="en-IE"/>
              <a:t>Andrew</a:t>
            </a:r>
            <a:r>
              <a:rPr lang="en-IE" dirty="0"/>
              <a:t>.Beatty@atu.ie</a:t>
            </a:r>
          </a:p>
        </p:txBody>
      </p:sp>
    </p:spTree>
    <p:extLst>
      <p:ext uri="{BB962C8B-B14F-4D97-AF65-F5344CB8AC3E}">
        <p14:creationId xmlns:p14="http://schemas.microsoft.com/office/powerpoint/2010/main" val="891026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6E9DD-25F5-39A8-982A-FD6D4A978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8F6A0-4E78-134C-0B47-C7A1D9A34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For no major reason:</a:t>
            </a:r>
          </a:p>
          <a:p>
            <a:pPr lvl="1"/>
            <a:r>
              <a:rPr lang="en-IE" dirty="0"/>
              <a:t>Its free and it works</a:t>
            </a:r>
          </a:p>
          <a:p>
            <a:r>
              <a:rPr lang="en-IE" dirty="0"/>
              <a:t>Create a free (beginner) account</a:t>
            </a:r>
          </a:p>
        </p:txBody>
      </p:sp>
    </p:spTree>
    <p:extLst>
      <p:ext uri="{BB962C8B-B14F-4D97-AF65-F5344CB8AC3E}">
        <p14:creationId xmlns:p14="http://schemas.microsoft.com/office/powerpoint/2010/main" val="24679016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F376E-99A5-8359-28B1-D7AE0F89C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we need to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CD4E2-4D13-9455-2748-40C984A87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E" dirty="0"/>
              <a:t>Make a deploy repository</a:t>
            </a:r>
          </a:p>
          <a:p>
            <a:r>
              <a:rPr lang="en-IE" dirty="0"/>
              <a:t>On your machine create a virtual environment and test the code</a:t>
            </a:r>
          </a:p>
          <a:p>
            <a:r>
              <a:rPr lang="en-IE" dirty="0"/>
              <a:t>Upload the code to GitHub.</a:t>
            </a:r>
          </a:p>
          <a:p>
            <a:r>
              <a:rPr lang="en-IE" dirty="0"/>
              <a:t>Pull the code to your PythonAnywhere account</a:t>
            </a:r>
          </a:p>
          <a:p>
            <a:pPr lvl="1"/>
            <a:r>
              <a:rPr lang="en-IE" dirty="0"/>
              <a:t>First time we just clone from GitHub</a:t>
            </a:r>
          </a:p>
          <a:p>
            <a:pPr lvl="1"/>
            <a:r>
              <a:rPr lang="en-IE" dirty="0"/>
              <a:t>(I’ll do a very simple server first to check it all works)</a:t>
            </a:r>
          </a:p>
          <a:p>
            <a:r>
              <a:rPr lang="en-IE" dirty="0"/>
              <a:t>Get it running</a:t>
            </a:r>
          </a:p>
          <a:p>
            <a:pPr lvl="1"/>
            <a:r>
              <a:rPr lang="en-IE" dirty="0"/>
              <a:t>Set up the appropriate config file</a:t>
            </a:r>
          </a:p>
          <a:p>
            <a:r>
              <a:rPr lang="en-IE" dirty="0"/>
              <a:t>Set up the database</a:t>
            </a:r>
          </a:p>
          <a:p>
            <a:pPr lvl="1"/>
            <a:r>
              <a:rPr lang="en-IE" dirty="0"/>
              <a:t>What is its URL/ Hostname, username and password</a:t>
            </a:r>
          </a:p>
          <a:p>
            <a:pPr lvl="1"/>
            <a:r>
              <a:rPr lang="en-IE" dirty="0"/>
              <a:t>Set up the database and table</a:t>
            </a:r>
          </a:p>
        </p:txBody>
      </p:sp>
    </p:spTree>
    <p:extLst>
      <p:ext uri="{BB962C8B-B14F-4D97-AF65-F5344CB8AC3E}">
        <p14:creationId xmlns:p14="http://schemas.microsoft.com/office/powerpoint/2010/main" val="39146009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F376E-99A5-8359-28B1-D7AE0F89C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about the server I already made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CD4E2-4D13-9455-2748-40C984A878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dirty="0"/>
              <a:t>Test the code on our machine</a:t>
            </a:r>
          </a:p>
          <a:p>
            <a:r>
              <a:rPr lang="en-IE" dirty="0"/>
              <a:t>Copy it to the deploy… directory</a:t>
            </a:r>
          </a:p>
          <a:p>
            <a:r>
              <a:rPr lang="en-IE" dirty="0"/>
              <a:t>Test again, (note the database and config is already set up</a:t>
            </a:r>
          </a:p>
          <a:p>
            <a:r>
              <a:rPr lang="en-IE" dirty="0"/>
              <a:t>Set up the server</a:t>
            </a:r>
          </a:p>
          <a:p>
            <a:pPr lvl="1"/>
            <a:r>
              <a:rPr lang="en-IE" dirty="0"/>
              <a:t>Create database and table</a:t>
            </a:r>
          </a:p>
          <a:p>
            <a:pPr lvl="1"/>
            <a:r>
              <a:rPr lang="en-IE" dirty="0"/>
              <a:t>Note host username and password</a:t>
            </a:r>
          </a:p>
          <a:p>
            <a:r>
              <a:rPr lang="en-IE" dirty="0"/>
              <a:t>Copy code, restart and hope</a:t>
            </a:r>
          </a:p>
        </p:txBody>
      </p:sp>
    </p:spTree>
    <p:extLst>
      <p:ext uri="{BB962C8B-B14F-4D97-AF65-F5344CB8AC3E}">
        <p14:creationId xmlns:p14="http://schemas.microsoft.com/office/powerpoint/2010/main" val="2635955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F35E6-A87C-1898-1014-CABB6DF74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374073"/>
            <a:ext cx="10058400" cy="5953991"/>
          </a:xfrm>
        </p:spPr>
        <p:txBody>
          <a:bodyPr>
            <a:normAutofit lnSpcReduction="10000"/>
          </a:bodyPr>
          <a:lstStyle/>
          <a:p>
            <a:r>
              <a:rPr lang="en-IE" dirty="0"/>
              <a:t>Make a repository, to transport code</a:t>
            </a:r>
          </a:p>
          <a:p>
            <a:pPr lvl="1"/>
            <a:r>
              <a:rPr lang="en-IE" dirty="0"/>
              <a:t>Pull the empty repository to python anywhere</a:t>
            </a:r>
          </a:p>
          <a:p>
            <a:pPr lvl="1"/>
            <a:r>
              <a:rPr lang="en-IE" dirty="0"/>
              <a:t>Make a new webapp (remembering the path to the file that contains your flask, </a:t>
            </a:r>
          </a:p>
          <a:p>
            <a:pPr lvl="2"/>
            <a:r>
              <a:rPr lang="en-IE" dirty="0"/>
              <a:t>You can edit this later in </a:t>
            </a:r>
            <a:r>
              <a:rPr lang="en-IE" dirty="0" err="1"/>
              <a:t>wsgi</a:t>
            </a:r>
            <a:r>
              <a:rPr lang="en-IE" dirty="0"/>
              <a:t> file</a:t>
            </a:r>
          </a:p>
          <a:p>
            <a:pPr lvl="1"/>
            <a:r>
              <a:rPr lang="en-IE" dirty="0"/>
              <a:t>Push the code from your local machine and pull it to python anywhere</a:t>
            </a:r>
          </a:p>
          <a:p>
            <a:r>
              <a:rPr lang="en-IE" dirty="0"/>
              <a:t>Make a database</a:t>
            </a:r>
          </a:p>
          <a:p>
            <a:pPr lvl="1"/>
            <a:r>
              <a:rPr lang="en-IE" dirty="0"/>
              <a:t>Set password for the server (not needed for your code)</a:t>
            </a:r>
          </a:p>
          <a:p>
            <a:pPr lvl="1"/>
            <a:r>
              <a:rPr lang="en-IE" dirty="0"/>
              <a:t>Make a database and a password for your user name </a:t>
            </a:r>
          </a:p>
          <a:p>
            <a:pPr lvl="2"/>
            <a:r>
              <a:rPr lang="en-IE" dirty="0"/>
              <a:t>These will be put into your config file</a:t>
            </a:r>
          </a:p>
          <a:p>
            <a:r>
              <a:rPr lang="en-IE" dirty="0"/>
              <a:t>Edit your config file</a:t>
            </a:r>
          </a:p>
          <a:p>
            <a:pPr lvl="1"/>
            <a:r>
              <a:rPr lang="en-IE" dirty="0"/>
              <a:t>vi </a:t>
            </a:r>
            <a:r>
              <a:rPr lang="en-IE" dirty="0" err="1"/>
              <a:t>dbconfig</a:t>
            </a:r>
            <a:r>
              <a:rPr lang="en-IE" dirty="0"/>
              <a:t> </a:t>
            </a:r>
          </a:p>
          <a:p>
            <a:pPr lvl="2"/>
            <a:r>
              <a:rPr lang="en-IE" dirty="0" err="1"/>
              <a:t>i</a:t>
            </a:r>
            <a:r>
              <a:rPr lang="en-IE" dirty="0"/>
              <a:t> to insert, edit the code with keyboard, esc to leave insert mode</a:t>
            </a:r>
          </a:p>
          <a:p>
            <a:pPr lvl="2"/>
            <a:r>
              <a:rPr lang="en-IE" dirty="0"/>
              <a:t>:</a:t>
            </a:r>
            <a:r>
              <a:rPr lang="en-IE" dirty="0" err="1"/>
              <a:t>wq</a:t>
            </a:r>
            <a:endParaRPr lang="en-IE" dirty="0"/>
          </a:p>
          <a:p>
            <a:r>
              <a:rPr lang="en-IE" dirty="0"/>
              <a:t>Reload the server, and see if it works</a:t>
            </a:r>
          </a:p>
          <a:p>
            <a:pPr lvl="1"/>
            <a:r>
              <a:rPr lang="en-IE" dirty="0"/>
              <a:t>Is your URL correct</a:t>
            </a:r>
          </a:p>
          <a:p>
            <a:pPr lvl="1"/>
            <a:r>
              <a:rPr lang="en-IE" dirty="0"/>
              <a:t>Is it a server error (look error.log)</a:t>
            </a:r>
          </a:p>
          <a:p>
            <a:pPr lvl="1"/>
            <a:r>
              <a:rPr lang="en-IE" dirty="0"/>
              <a:t>Is it a JavaScript error (look in developer tools on your browser)</a:t>
            </a:r>
          </a:p>
          <a:p>
            <a:pPr lvl="1"/>
            <a:r>
              <a:rPr lang="en-IE" dirty="0"/>
              <a:t>Is it a python error (look in the server.log)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20029628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1496</TotalTime>
  <Words>326</Words>
  <Application>Microsoft Office PowerPoint</Application>
  <PresentationFormat>Widescreen</PresentationFormat>
  <Paragraphs>45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Rockwell</vt:lpstr>
      <vt:lpstr>Rockwell Condensed</vt:lpstr>
      <vt:lpstr>Wingdings</vt:lpstr>
      <vt:lpstr>Wood Type</vt:lpstr>
      <vt:lpstr>Hosting Python anywhere</vt:lpstr>
      <vt:lpstr>Why</vt:lpstr>
      <vt:lpstr>What we need to do</vt:lpstr>
      <vt:lpstr>What about the server I already made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DR11.1 Python anywhere</dc:title>
  <dc:creator>Andrew Beatty</dc:creator>
  <cp:lastModifiedBy>Andrew Beatty</cp:lastModifiedBy>
  <cp:revision>2</cp:revision>
  <dcterms:created xsi:type="dcterms:W3CDTF">2022-12-02T16:44:06Z</dcterms:created>
  <dcterms:modified xsi:type="dcterms:W3CDTF">2026-03-26T15:15:05Z</dcterms:modified>
</cp:coreProperties>
</file>