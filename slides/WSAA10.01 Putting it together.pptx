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86" r:id="rId4"/>
    <p:sldId id="287" r:id="rId5"/>
    <p:sldId id="288" r:id="rId6"/>
    <p:sldId id="289" r:id="rId7"/>
    <p:sldId id="290" r:id="rId8"/>
    <p:sldId id="29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CEA01C-EF5D-472A-95AE-23C89DCC8B3B}" v="27" dt="2026-03-26T15:15:15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0A9FA626-7B66-484A-9EFA-B61C399DD8F4}"/>
    <pc:docChg chg="custSel addSld delSld modSld sldOrd">
      <pc:chgData name="Andrew Beatty" userId="ddf183e3-d1da-49e1-9619-81ceb6b4ef92" providerId="ADAL" clId="{0A9FA626-7B66-484A-9EFA-B61C399DD8F4}" dt="2026-03-26T15:15:25.316" v="854" actId="47"/>
      <pc:docMkLst>
        <pc:docMk/>
      </pc:docMkLst>
      <pc:sldChg chg="addSp delSp modSp modTransition modAnim">
        <pc:chgData name="Andrew Beatty" userId="ddf183e3-d1da-49e1-9619-81ceb6b4ef92" providerId="ADAL" clId="{0A9FA626-7B66-484A-9EFA-B61C399DD8F4}" dt="2026-03-26T15:15:15.449" v="852"/>
        <pc:sldMkLst>
          <pc:docMk/>
          <pc:sldMk cId="2968234627" sldId="256"/>
        </pc:sldMkLst>
        <pc:picChg chg="add del mod">
          <ac:chgData name="Andrew Beatty" userId="ddf183e3-d1da-49e1-9619-81ceb6b4ef92" providerId="ADAL" clId="{0A9FA626-7B66-484A-9EFA-B61C399DD8F4}" dt="2026-03-26T15:15:15.449" v="852"/>
          <ac:picMkLst>
            <pc:docMk/>
            <pc:sldMk cId="2968234627" sldId="256"/>
            <ac:picMk id="7" creationId="{182F9DFE-C13E-E3FA-A784-E4EC3000CD76}"/>
          </ac:picMkLst>
        </pc:picChg>
      </pc:sldChg>
      <pc:sldChg chg="addSp delSp modSp add mod modTransition modAnim">
        <pc:chgData name="Andrew Beatty" userId="ddf183e3-d1da-49e1-9619-81ceb6b4ef92" providerId="ADAL" clId="{0A9FA626-7B66-484A-9EFA-B61C399DD8F4}" dt="2026-03-26T15:15:15.449" v="852"/>
        <pc:sldMkLst>
          <pc:docMk/>
          <pc:sldMk cId="1408767351" sldId="257"/>
        </pc:sldMkLst>
        <pc:spChg chg="mod">
          <ac:chgData name="Andrew Beatty" userId="ddf183e3-d1da-49e1-9619-81ceb6b4ef92" providerId="ADAL" clId="{0A9FA626-7B66-484A-9EFA-B61C399DD8F4}" dt="2026-03-25T15:53:55.672" v="23" actId="255"/>
          <ac:spMkLst>
            <pc:docMk/>
            <pc:sldMk cId="1408767351" sldId="257"/>
            <ac:spMk id="2" creationId="{F9572A9E-1B79-4171-6AB9-41E26BA7D94A}"/>
          </ac:spMkLst>
        </pc:spChg>
        <pc:picChg chg="add del mod">
          <ac:chgData name="Andrew Beatty" userId="ddf183e3-d1da-49e1-9619-81ceb6b4ef92" providerId="ADAL" clId="{0A9FA626-7B66-484A-9EFA-B61C399DD8F4}" dt="2026-03-26T15:15:15.449" v="852"/>
          <ac:picMkLst>
            <pc:docMk/>
            <pc:sldMk cId="1408767351" sldId="257"/>
            <ac:picMk id="6" creationId="{5C860F7C-993C-3C06-1884-C8AB82AFD972}"/>
          </ac:picMkLst>
        </pc:picChg>
      </pc:sldChg>
      <pc:sldChg chg="addSp modSp new del modTransition modAnim">
        <pc:chgData name="Andrew Beatty" userId="ddf183e3-d1da-49e1-9619-81ceb6b4ef92" providerId="ADAL" clId="{0A9FA626-7B66-484A-9EFA-B61C399DD8F4}" dt="2026-03-26T15:15:20.722" v="853" actId="47"/>
        <pc:sldMkLst>
          <pc:docMk/>
          <pc:sldMk cId="2946601998" sldId="258"/>
        </pc:sldMkLst>
        <pc:picChg chg="add mod">
          <ac:chgData name="Andrew Beatty" userId="ddf183e3-d1da-49e1-9619-81ceb6b4ef92" providerId="ADAL" clId="{0A9FA626-7B66-484A-9EFA-B61C399DD8F4}" dt="2026-03-25T16:19:56.624" v="818"/>
          <ac:picMkLst>
            <pc:docMk/>
            <pc:sldMk cId="2946601998" sldId="258"/>
            <ac:picMk id="2" creationId="{4953DF47-B113-F8E3-99A6-AEDEEEC08C53}"/>
          </ac:picMkLst>
        </pc:picChg>
      </pc:sldChg>
      <pc:sldChg chg="addSp modSp new del modTransition modAnim">
        <pc:chgData name="Andrew Beatty" userId="ddf183e3-d1da-49e1-9619-81ceb6b4ef92" providerId="ADAL" clId="{0A9FA626-7B66-484A-9EFA-B61C399DD8F4}" dt="2026-03-26T15:15:25.316" v="854" actId="47"/>
        <pc:sldMkLst>
          <pc:docMk/>
          <pc:sldMk cId="1534577114" sldId="259"/>
        </pc:sldMkLst>
        <pc:picChg chg="add mod">
          <ac:chgData name="Andrew Beatty" userId="ddf183e3-d1da-49e1-9619-81ceb6b4ef92" providerId="ADAL" clId="{0A9FA626-7B66-484A-9EFA-B61C399DD8F4}" dt="2026-03-25T16:38:24.147" v="820"/>
          <ac:picMkLst>
            <pc:docMk/>
            <pc:sldMk cId="1534577114" sldId="259"/>
            <ac:picMk id="3" creationId="{D394C7C9-2C92-33BE-9A03-BC1E4BF3C4BD}"/>
          </ac:picMkLst>
        </pc:picChg>
      </pc:sldChg>
      <pc:sldChg chg="addSp delSp modSp add mod ord modTransition modAnim">
        <pc:chgData name="Andrew Beatty" userId="ddf183e3-d1da-49e1-9619-81ceb6b4ef92" providerId="ADAL" clId="{0A9FA626-7B66-484A-9EFA-B61C399DD8F4}" dt="2026-03-26T15:15:15.449" v="852"/>
        <pc:sldMkLst>
          <pc:docMk/>
          <pc:sldMk cId="1228137392" sldId="286"/>
        </pc:sldMkLst>
        <pc:spChg chg="add mod">
          <ac:chgData name="Andrew Beatty" userId="ddf183e3-d1da-49e1-9619-81ceb6b4ef92" providerId="ADAL" clId="{0A9FA626-7B66-484A-9EFA-B61C399DD8F4}" dt="2026-03-25T15:58:05.546" v="97" actId="1076"/>
          <ac:spMkLst>
            <pc:docMk/>
            <pc:sldMk cId="1228137392" sldId="286"/>
            <ac:spMk id="4" creationId="{09DCBE0B-B490-AF36-7F0F-83010FF82EF3}"/>
          </ac:spMkLst>
        </pc:spChg>
        <pc:spChg chg="mod">
          <ac:chgData name="Andrew Beatty" userId="ddf183e3-d1da-49e1-9619-81ceb6b4ef92" providerId="ADAL" clId="{0A9FA626-7B66-484A-9EFA-B61C399DD8F4}" dt="2026-03-25T15:56:15.287" v="34" actId="1076"/>
          <ac:spMkLst>
            <pc:docMk/>
            <pc:sldMk cId="1228137392" sldId="286"/>
            <ac:spMk id="9" creationId="{55FEF380-9499-419E-81D2-E085DC8880E9}"/>
          </ac:spMkLst>
        </pc:spChg>
        <pc:spChg chg="add mod">
          <ac:chgData name="Andrew Beatty" userId="ddf183e3-d1da-49e1-9619-81ceb6b4ef92" providerId="ADAL" clId="{0A9FA626-7B66-484A-9EFA-B61C399DD8F4}" dt="2026-03-25T15:58:22.739" v="104" actId="1076"/>
          <ac:spMkLst>
            <pc:docMk/>
            <pc:sldMk cId="1228137392" sldId="286"/>
            <ac:spMk id="10" creationId="{1A9C1E8C-0487-479A-A8FE-649F344C94CD}"/>
          </ac:spMkLst>
        </pc:spChg>
        <pc:spChg chg="add mod">
          <ac:chgData name="Andrew Beatty" userId="ddf183e3-d1da-49e1-9619-81ceb6b4ef92" providerId="ADAL" clId="{0A9FA626-7B66-484A-9EFA-B61C399DD8F4}" dt="2026-03-25T15:59:24.901" v="136" actId="14100"/>
          <ac:spMkLst>
            <pc:docMk/>
            <pc:sldMk cId="1228137392" sldId="286"/>
            <ac:spMk id="11" creationId="{5793F5A7-BC69-18E8-69F4-B677E32E2723}"/>
          </ac:spMkLst>
        </pc:spChg>
        <pc:spChg chg="del mod">
          <ac:chgData name="Andrew Beatty" userId="ddf183e3-d1da-49e1-9619-81ceb6b4ef92" providerId="ADAL" clId="{0A9FA626-7B66-484A-9EFA-B61C399DD8F4}" dt="2026-03-25T16:01:52.458" v="187" actId="478"/>
          <ac:spMkLst>
            <pc:docMk/>
            <pc:sldMk cId="1228137392" sldId="286"/>
            <ac:spMk id="14" creationId="{6890BA14-3819-B8C5-221E-7C9540BC1844}"/>
          </ac:spMkLst>
        </pc:spChg>
        <pc:spChg chg="mod">
          <ac:chgData name="Andrew Beatty" userId="ddf183e3-d1da-49e1-9619-81ceb6b4ef92" providerId="ADAL" clId="{0A9FA626-7B66-484A-9EFA-B61C399DD8F4}" dt="2026-03-25T16:01:40.258" v="183" actId="1076"/>
          <ac:spMkLst>
            <pc:docMk/>
            <pc:sldMk cId="1228137392" sldId="286"/>
            <ac:spMk id="22" creationId="{D0F1F7D8-EE36-4D5F-8AB7-4DD8A7AE916E}"/>
          </ac:spMkLst>
        </pc:spChg>
        <pc:spChg chg="mod">
          <ac:chgData name="Andrew Beatty" userId="ddf183e3-d1da-49e1-9619-81ceb6b4ef92" providerId="ADAL" clId="{0A9FA626-7B66-484A-9EFA-B61C399DD8F4}" dt="2026-03-25T15:58:49.661" v="110" actId="14100"/>
          <ac:spMkLst>
            <pc:docMk/>
            <pc:sldMk cId="1228137392" sldId="286"/>
            <ac:spMk id="23" creationId="{428E792A-ED64-4C8C-B954-DF7099E462B2}"/>
          </ac:spMkLst>
        </pc:spChg>
        <pc:spChg chg="mod">
          <ac:chgData name="Andrew Beatty" userId="ddf183e3-d1da-49e1-9619-81ceb6b4ef92" providerId="ADAL" clId="{0A9FA626-7B66-484A-9EFA-B61C399DD8F4}" dt="2026-03-25T15:59:11.558" v="132" actId="14100"/>
          <ac:spMkLst>
            <pc:docMk/>
            <pc:sldMk cId="1228137392" sldId="286"/>
            <ac:spMk id="25" creationId="{CBDDD85F-5A52-4944-B001-173CB493689A}"/>
          </ac:spMkLst>
        </pc:spChg>
        <pc:spChg chg="mod">
          <ac:chgData name="Andrew Beatty" userId="ddf183e3-d1da-49e1-9619-81ceb6b4ef92" providerId="ADAL" clId="{0A9FA626-7B66-484A-9EFA-B61C399DD8F4}" dt="2026-03-25T15:59:19.349" v="134" actId="14100"/>
          <ac:spMkLst>
            <pc:docMk/>
            <pc:sldMk cId="1228137392" sldId="286"/>
            <ac:spMk id="26" creationId="{08DCF79F-531A-46D9-AD86-CF6C9D3AB0D3}"/>
          </ac:spMkLst>
        </pc:spChg>
        <pc:spChg chg="mod">
          <ac:chgData name="Andrew Beatty" userId="ddf183e3-d1da-49e1-9619-81ceb6b4ef92" providerId="ADAL" clId="{0A9FA626-7B66-484A-9EFA-B61C399DD8F4}" dt="2026-03-25T16:01:00.183" v="174" actId="1076"/>
          <ac:spMkLst>
            <pc:docMk/>
            <pc:sldMk cId="1228137392" sldId="286"/>
            <ac:spMk id="27" creationId="{0E0FBA50-12F7-4312-AF7E-EBD967954404}"/>
          </ac:spMkLst>
        </pc:spChg>
        <pc:spChg chg="mod">
          <ac:chgData name="Andrew Beatty" userId="ddf183e3-d1da-49e1-9619-81ceb6b4ef92" providerId="ADAL" clId="{0A9FA626-7B66-484A-9EFA-B61C399DD8F4}" dt="2026-03-25T16:00:08.606" v="157" actId="20577"/>
          <ac:spMkLst>
            <pc:docMk/>
            <pc:sldMk cId="1228137392" sldId="286"/>
            <ac:spMk id="28" creationId="{66BC06B1-AB2B-4EBF-BCE0-FB99DF6B2707}"/>
          </ac:spMkLst>
        </pc:spChg>
        <pc:spChg chg="add mod">
          <ac:chgData name="Andrew Beatty" userId="ddf183e3-d1da-49e1-9619-81ceb6b4ef92" providerId="ADAL" clId="{0A9FA626-7B66-484A-9EFA-B61C399DD8F4}" dt="2026-03-25T15:59:27.405" v="137"/>
          <ac:spMkLst>
            <pc:docMk/>
            <pc:sldMk cId="1228137392" sldId="286"/>
            <ac:spMk id="33" creationId="{235A42A1-6F38-5247-2741-AEE4D56EB4A2}"/>
          </ac:spMkLst>
        </pc:spChg>
        <pc:spChg chg="add mod">
          <ac:chgData name="Andrew Beatty" userId="ddf183e3-d1da-49e1-9619-81ceb6b4ef92" providerId="ADAL" clId="{0A9FA626-7B66-484A-9EFA-B61C399DD8F4}" dt="2026-03-25T15:59:39.668" v="142" actId="20577"/>
          <ac:spMkLst>
            <pc:docMk/>
            <pc:sldMk cId="1228137392" sldId="286"/>
            <ac:spMk id="38" creationId="{E8134471-6AA1-A938-DC5F-12B739A05A33}"/>
          </ac:spMkLst>
        </pc:spChg>
        <pc:spChg chg="mod">
          <ac:chgData name="Andrew Beatty" userId="ddf183e3-d1da-49e1-9619-81ceb6b4ef92" providerId="ADAL" clId="{0A9FA626-7B66-484A-9EFA-B61C399DD8F4}" dt="2026-03-25T15:57:51.746" v="89" actId="1076"/>
          <ac:spMkLst>
            <pc:docMk/>
            <pc:sldMk cId="1228137392" sldId="286"/>
            <ac:spMk id="42" creationId="{60E16C37-9908-4608-C6A2-1D16E5821E01}"/>
          </ac:spMkLst>
        </pc:spChg>
        <pc:spChg chg="add mod">
          <ac:chgData name="Andrew Beatty" userId="ddf183e3-d1da-49e1-9619-81ceb6b4ef92" providerId="ADAL" clId="{0A9FA626-7B66-484A-9EFA-B61C399DD8F4}" dt="2026-03-25T16:00:26.993" v="161" actId="14100"/>
          <ac:spMkLst>
            <pc:docMk/>
            <pc:sldMk cId="1228137392" sldId="286"/>
            <ac:spMk id="43" creationId="{09E84AD9-E375-CBC2-0E04-3967294084D9}"/>
          </ac:spMkLst>
        </pc:spChg>
        <pc:spChg chg="add mod">
          <ac:chgData name="Andrew Beatty" userId="ddf183e3-d1da-49e1-9619-81ceb6b4ef92" providerId="ADAL" clId="{0A9FA626-7B66-484A-9EFA-B61C399DD8F4}" dt="2026-03-25T16:00:46.334" v="173" actId="14100"/>
          <ac:spMkLst>
            <pc:docMk/>
            <pc:sldMk cId="1228137392" sldId="286"/>
            <ac:spMk id="44" creationId="{F49731FC-6558-2566-6663-50610309D3EF}"/>
          </ac:spMkLst>
        </pc:spChg>
        <pc:picChg chg="del">
          <ac:chgData name="Andrew Beatty" userId="ddf183e3-d1da-49e1-9619-81ceb6b4ef92" providerId="ADAL" clId="{0A9FA626-7B66-484A-9EFA-B61C399DD8F4}" dt="2026-03-25T16:16:03.727" v="816"/>
          <ac:picMkLst>
            <pc:docMk/>
            <pc:sldMk cId="1228137392" sldId="286"/>
            <ac:picMk id="37" creationId="{B7E23961-CCD5-ADA7-7CAA-A489825A6F3A}"/>
          </ac:picMkLst>
        </pc:picChg>
        <pc:picChg chg="add del mod">
          <ac:chgData name="Andrew Beatty" userId="ddf183e3-d1da-49e1-9619-81ceb6b4ef92" providerId="ADAL" clId="{0A9FA626-7B66-484A-9EFA-B61C399DD8F4}" dt="2026-03-26T15:15:15.449" v="852"/>
          <ac:picMkLst>
            <pc:docMk/>
            <pc:sldMk cId="1228137392" sldId="286"/>
            <ac:picMk id="52" creationId="{DFD9E44D-93AF-2497-805A-BB91E23BBD15}"/>
          </ac:picMkLst>
        </pc:picChg>
        <pc:cxnChg chg="mod">
          <ac:chgData name="Andrew Beatty" userId="ddf183e3-d1da-49e1-9619-81ceb6b4ef92" providerId="ADAL" clId="{0A9FA626-7B66-484A-9EFA-B61C399DD8F4}" dt="2026-03-25T15:58:49.661" v="110" actId="14100"/>
          <ac:cxnSpMkLst>
            <pc:docMk/>
            <pc:sldMk cId="1228137392" sldId="286"/>
            <ac:cxnSpMk id="30" creationId="{1A24C591-8539-439A-8C5B-3295C50FC289}"/>
          </ac:cxnSpMkLst>
        </pc:cxnChg>
        <pc:cxnChg chg="mod">
          <ac:chgData name="Andrew Beatty" userId="ddf183e3-d1da-49e1-9619-81ceb6b4ef92" providerId="ADAL" clId="{0A9FA626-7B66-484A-9EFA-B61C399DD8F4}" dt="2026-03-25T16:01:00.183" v="174" actId="1076"/>
          <ac:cxnSpMkLst>
            <pc:docMk/>
            <pc:sldMk cId="1228137392" sldId="286"/>
            <ac:cxnSpMk id="36" creationId="{82A13474-118A-4155-8463-77B5F36D41FC}"/>
          </ac:cxnSpMkLst>
        </pc:cxnChg>
        <pc:cxnChg chg="add mod">
          <ac:chgData name="Andrew Beatty" userId="ddf183e3-d1da-49e1-9619-81ceb6b4ef92" providerId="ADAL" clId="{0A9FA626-7B66-484A-9EFA-B61C399DD8F4}" dt="2026-03-25T16:01:13.464" v="178" actId="14100"/>
          <ac:cxnSpMkLst>
            <pc:docMk/>
            <pc:sldMk cId="1228137392" sldId="286"/>
            <ac:cxnSpMk id="45" creationId="{3FCD7E8A-D6EC-18A8-9D31-9F6BFDC4BB28}"/>
          </ac:cxnSpMkLst>
        </pc:cxnChg>
        <pc:cxnChg chg="add mod">
          <ac:chgData name="Andrew Beatty" userId="ddf183e3-d1da-49e1-9619-81ceb6b4ef92" providerId="ADAL" clId="{0A9FA626-7B66-484A-9EFA-B61C399DD8F4}" dt="2026-03-25T16:01:25.020" v="181" actId="14100"/>
          <ac:cxnSpMkLst>
            <pc:docMk/>
            <pc:sldMk cId="1228137392" sldId="286"/>
            <ac:cxnSpMk id="48" creationId="{0FC0631E-DF23-20A9-8234-E170CC9A5DAF}"/>
          </ac:cxnSpMkLst>
        </pc:cxnChg>
      </pc:sldChg>
      <pc:sldChg chg="add del">
        <pc:chgData name="Andrew Beatty" userId="ddf183e3-d1da-49e1-9619-81ceb6b4ef92" providerId="ADAL" clId="{0A9FA626-7B66-484A-9EFA-B61C399DD8F4}" dt="2026-03-25T15:55:52.895" v="32"/>
        <pc:sldMkLst>
          <pc:docMk/>
          <pc:sldMk cId="1388363338" sldId="287"/>
        </pc:sldMkLst>
      </pc:sldChg>
      <pc:sldChg chg="addSp delSp modSp add mod modTransition modAnim">
        <pc:chgData name="Andrew Beatty" userId="ddf183e3-d1da-49e1-9619-81ceb6b4ef92" providerId="ADAL" clId="{0A9FA626-7B66-484A-9EFA-B61C399DD8F4}" dt="2026-03-26T15:15:15.449" v="852"/>
        <pc:sldMkLst>
          <pc:docMk/>
          <pc:sldMk cId="3944946829" sldId="287"/>
        </pc:sldMkLst>
        <pc:spChg chg="mod">
          <ac:chgData name="Andrew Beatty" userId="ddf183e3-d1da-49e1-9619-81ceb6b4ef92" providerId="ADAL" clId="{0A9FA626-7B66-484A-9EFA-B61C399DD8F4}" dt="2026-03-25T16:02:49.850" v="196" actId="1076"/>
          <ac:spMkLst>
            <pc:docMk/>
            <pc:sldMk cId="3944946829" sldId="287"/>
            <ac:spMk id="14" creationId="{3E60B5B1-15FE-4A6E-E7EB-C06D3C988DFE}"/>
          </ac:spMkLst>
        </pc:spChg>
        <pc:spChg chg="mod">
          <ac:chgData name="Andrew Beatty" userId="ddf183e3-d1da-49e1-9619-81ceb6b4ef92" providerId="ADAL" clId="{0A9FA626-7B66-484A-9EFA-B61C399DD8F4}" dt="2026-03-25T16:02:37.329" v="195" actId="1076"/>
          <ac:spMkLst>
            <pc:docMk/>
            <pc:sldMk cId="3944946829" sldId="287"/>
            <ac:spMk id="27" creationId="{48058E69-AC9F-A461-413E-97FFAED44CC1}"/>
          </ac:spMkLst>
        </pc:spChg>
        <pc:spChg chg="ord">
          <ac:chgData name="Andrew Beatty" userId="ddf183e3-d1da-49e1-9619-81ceb6b4ef92" providerId="ADAL" clId="{0A9FA626-7B66-484A-9EFA-B61C399DD8F4}" dt="2026-03-25T16:02:30.380" v="194" actId="171"/>
          <ac:spMkLst>
            <pc:docMk/>
            <pc:sldMk cId="3944946829" sldId="287"/>
            <ac:spMk id="43" creationId="{A59E9F63-80FA-F90E-B7DE-69D2B7D851CF}"/>
          </ac:spMkLst>
        </pc:spChg>
        <pc:picChg chg="del">
          <ac:chgData name="Andrew Beatty" userId="ddf183e3-d1da-49e1-9619-81ceb6b4ef92" providerId="ADAL" clId="{0A9FA626-7B66-484A-9EFA-B61C399DD8F4}" dt="2026-03-25T16:16:03.727" v="816"/>
          <ac:picMkLst>
            <pc:docMk/>
            <pc:sldMk cId="3944946829" sldId="287"/>
            <ac:picMk id="37" creationId="{873A5292-F5C9-4920-6B53-31ACBCFE72E9}"/>
          </ac:picMkLst>
        </pc:picChg>
        <pc:picChg chg="add del mod">
          <ac:chgData name="Andrew Beatty" userId="ddf183e3-d1da-49e1-9619-81ceb6b4ef92" providerId="ADAL" clId="{0A9FA626-7B66-484A-9EFA-B61C399DD8F4}" dt="2026-03-26T15:15:15.449" v="852"/>
          <ac:picMkLst>
            <pc:docMk/>
            <pc:sldMk cId="3944946829" sldId="287"/>
            <ac:picMk id="46" creationId="{E08B5B8F-36CE-B163-C4A0-D06C890792AB}"/>
          </ac:picMkLst>
        </pc:picChg>
        <pc:cxnChg chg="mod">
          <ac:chgData name="Andrew Beatty" userId="ddf183e3-d1da-49e1-9619-81ceb6b4ef92" providerId="ADAL" clId="{0A9FA626-7B66-484A-9EFA-B61C399DD8F4}" dt="2026-03-25T16:02:37.329" v="195" actId="1076"/>
          <ac:cxnSpMkLst>
            <pc:docMk/>
            <pc:sldMk cId="3944946829" sldId="287"/>
            <ac:cxnSpMk id="36" creationId="{A19F2944-7273-12F3-B10B-65B4BC5ECE11}"/>
          </ac:cxnSpMkLst>
        </pc:cxnChg>
      </pc:sldChg>
      <pc:sldChg chg="addSp delSp modSp add mod modTransition modAnim">
        <pc:chgData name="Andrew Beatty" userId="ddf183e3-d1da-49e1-9619-81ceb6b4ef92" providerId="ADAL" clId="{0A9FA626-7B66-484A-9EFA-B61C399DD8F4}" dt="2026-03-26T15:15:15.449" v="852"/>
        <pc:sldMkLst>
          <pc:docMk/>
          <pc:sldMk cId="1915276880" sldId="288"/>
        </pc:sldMkLst>
        <pc:spChg chg="mod">
          <ac:chgData name="Andrew Beatty" userId="ddf183e3-d1da-49e1-9619-81ceb6b4ef92" providerId="ADAL" clId="{0A9FA626-7B66-484A-9EFA-B61C399DD8F4}" dt="2026-03-25T16:02:57.957" v="197" actId="1076"/>
          <ac:spMkLst>
            <pc:docMk/>
            <pc:sldMk cId="1915276880" sldId="288"/>
            <ac:spMk id="14" creationId="{90C1C804-5F82-6B64-A5BE-9662425B0338}"/>
          </ac:spMkLst>
        </pc:spChg>
        <pc:picChg chg="add del mod">
          <ac:chgData name="Andrew Beatty" userId="ddf183e3-d1da-49e1-9619-81ceb6b4ef92" providerId="ADAL" clId="{0A9FA626-7B66-484A-9EFA-B61C399DD8F4}" dt="2026-03-26T15:15:15.449" v="852"/>
          <ac:picMkLst>
            <pc:docMk/>
            <pc:sldMk cId="1915276880" sldId="288"/>
            <ac:picMk id="33" creationId="{0A1E9C81-51D4-01E5-5F10-3924F565286C}"/>
          </ac:picMkLst>
        </pc:picChg>
        <pc:picChg chg="del">
          <ac:chgData name="Andrew Beatty" userId="ddf183e3-d1da-49e1-9619-81ceb6b4ef92" providerId="ADAL" clId="{0A9FA626-7B66-484A-9EFA-B61C399DD8F4}" dt="2026-03-25T16:16:03.727" v="816"/>
          <ac:picMkLst>
            <pc:docMk/>
            <pc:sldMk cId="1915276880" sldId="288"/>
            <ac:picMk id="37" creationId="{2794D04F-60B0-D104-FE24-533A8222BC13}"/>
          </ac:picMkLst>
        </pc:picChg>
      </pc:sldChg>
      <pc:sldChg chg="add del">
        <pc:chgData name="Andrew Beatty" userId="ddf183e3-d1da-49e1-9619-81ceb6b4ef92" providerId="ADAL" clId="{0A9FA626-7B66-484A-9EFA-B61C399DD8F4}" dt="2026-03-25T15:55:52.046" v="31"/>
        <pc:sldMkLst>
          <pc:docMk/>
          <pc:sldMk cId="2005942422" sldId="288"/>
        </pc:sldMkLst>
      </pc:sldChg>
      <pc:sldChg chg="addSp delSp modSp add mod modTransition modAnim">
        <pc:chgData name="Andrew Beatty" userId="ddf183e3-d1da-49e1-9619-81ceb6b4ef92" providerId="ADAL" clId="{0A9FA626-7B66-484A-9EFA-B61C399DD8F4}" dt="2026-03-26T15:15:15.449" v="852"/>
        <pc:sldMkLst>
          <pc:docMk/>
          <pc:sldMk cId="719385750" sldId="289"/>
        </pc:sldMkLst>
        <pc:spChg chg="mod">
          <ac:chgData name="Andrew Beatty" userId="ddf183e3-d1da-49e1-9619-81ceb6b4ef92" providerId="ADAL" clId="{0A9FA626-7B66-484A-9EFA-B61C399DD8F4}" dt="2026-03-25T16:03:10.285" v="198" actId="1076"/>
          <ac:spMkLst>
            <pc:docMk/>
            <pc:sldMk cId="719385750" sldId="289"/>
            <ac:spMk id="14" creationId="{9F52F8C9-A763-DEA3-E827-5BB54488B87B}"/>
          </ac:spMkLst>
        </pc:spChg>
        <pc:spChg chg="ord">
          <ac:chgData name="Andrew Beatty" userId="ddf183e3-d1da-49e1-9619-81ceb6b4ef92" providerId="ADAL" clId="{0A9FA626-7B66-484A-9EFA-B61C399DD8F4}" dt="2026-03-25T16:04:02.427" v="204" actId="171"/>
          <ac:spMkLst>
            <pc:docMk/>
            <pc:sldMk cId="719385750" sldId="289"/>
            <ac:spMk id="43" creationId="{57CF4EA4-C07D-BDAE-B9FD-E588D969DDFF}"/>
          </ac:spMkLst>
        </pc:spChg>
        <pc:picChg chg="add del mod">
          <ac:chgData name="Andrew Beatty" userId="ddf183e3-d1da-49e1-9619-81ceb6b4ef92" providerId="ADAL" clId="{0A9FA626-7B66-484A-9EFA-B61C399DD8F4}" dt="2026-03-26T15:15:15.449" v="852"/>
          <ac:picMkLst>
            <pc:docMk/>
            <pc:sldMk cId="719385750" sldId="289"/>
            <ac:picMk id="33" creationId="{12EE9E32-D089-EAE3-5397-47A876328E0D}"/>
          </ac:picMkLst>
        </pc:picChg>
        <pc:picChg chg="del">
          <ac:chgData name="Andrew Beatty" userId="ddf183e3-d1da-49e1-9619-81ceb6b4ef92" providerId="ADAL" clId="{0A9FA626-7B66-484A-9EFA-B61C399DD8F4}" dt="2026-03-25T16:16:03.727" v="816"/>
          <ac:picMkLst>
            <pc:docMk/>
            <pc:sldMk cId="719385750" sldId="289"/>
            <ac:picMk id="37" creationId="{50246A66-35DF-46F7-A3CC-43ECC15E7CDD}"/>
          </ac:picMkLst>
        </pc:picChg>
      </pc:sldChg>
      <pc:sldChg chg="addSp delSp modSp new mod modTransition modAnim">
        <pc:chgData name="Andrew Beatty" userId="ddf183e3-d1da-49e1-9619-81ceb6b4ef92" providerId="ADAL" clId="{0A9FA626-7B66-484A-9EFA-B61C399DD8F4}" dt="2026-03-26T15:15:15.449" v="852"/>
        <pc:sldMkLst>
          <pc:docMk/>
          <pc:sldMk cId="2049204044" sldId="290"/>
        </pc:sldMkLst>
        <pc:spChg chg="mod">
          <ac:chgData name="Andrew Beatty" userId="ddf183e3-d1da-49e1-9619-81ceb6b4ef92" providerId="ADAL" clId="{0A9FA626-7B66-484A-9EFA-B61C399DD8F4}" dt="2026-03-25T16:08:51.195" v="745" actId="20577"/>
          <ac:spMkLst>
            <pc:docMk/>
            <pc:sldMk cId="2049204044" sldId="290"/>
            <ac:spMk id="2" creationId="{4C33CD41-A3DD-3039-F094-B6990C970612}"/>
          </ac:spMkLst>
        </pc:spChg>
        <pc:spChg chg="mod">
          <ac:chgData name="Andrew Beatty" userId="ddf183e3-d1da-49e1-9619-81ceb6b4ef92" providerId="ADAL" clId="{0A9FA626-7B66-484A-9EFA-B61C399DD8F4}" dt="2026-03-25T16:14:24.805" v="815" actId="20577"/>
          <ac:spMkLst>
            <pc:docMk/>
            <pc:sldMk cId="2049204044" sldId="290"/>
            <ac:spMk id="3" creationId="{FCFB4F33-3E0C-2D35-3398-6F46402863BC}"/>
          </ac:spMkLst>
        </pc:spChg>
        <pc:spChg chg="add del mod">
          <ac:chgData name="Andrew Beatty" userId="ddf183e3-d1da-49e1-9619-81ceb6b4ef92" providerId="ADAL" clId="{0A9FA626-7B66-484A-9EFA-B61C399DD8F4}" dt="2026-03-25T16:10:03.261" v="748" actId="478"/>
          <ac:spMkLst>
            <pc:docMk/>
            <pc:sldMk cId="2049204044" sldId="290"/>
            <ac:spMk id="4" creationId="{27F4FA43-9691-0CD5-B589-7A27A68F1BEB}"/>
          </ac:spMkLst>
        </pc:spChg>
        <pc:picChg chg="add del mod">
          <ac:chgData name="Andrew Beatty" userId="ddf183e3-d1da-49e1-9619-81ceb6b4ef92" providerId="ADAL" clId="{0A9FA626-7B66-484A-9EFA-B61C399DD8F4}" dt="2026-03-26T15:15:15.449" v="852"/>
          <ac:picMkLst>
            <pc:docMk/>
            <pc:sldMk cId="2049204044" sldId="290"/>
            <ac:picMk id="6" creationId="{39168753-8F39-08B0-EAAF-A29738400A3C}"/>
          </ac:picMkLst>
        </pc:picChg>
      </pc:sldChg>
      <pc:sldChg chg="addSp delSp modSp new mod modTransition modAnim">
        <pc:chgData name="Andrew Beatty" userId="ddf183e3-d1da-49e1-9619-81ceb6b4ef92" providerId="ADAL" clId="{0A9FA626-7B66-484A-9EFA-B61C399DD8F4}" dt="2026-03-26T15:15:15.449" v="852"/>
        <pc:sldMkLst>
          <pc:docMk/>
          <pc:sldMk cId="1617022952" sldId="291"/>
        </pc:sldMkLst>
        <pc:spChg chg="mod">
          <ac:chgData name="Andrew Beatty" userId="ddf183e3-d1da-49e1-9619-81ceb6b4ef92" providerId="ADAL" clId="{0A9FA626-7B66-484A-9EFA-B61C399DD8F4}" dt="2026-03-25T16:39:33.338" v="850" actId="1076"/>
          <ac:spMkLst>
            <pc:docMk/>
            <pc:sldMk cId="1617022952" sldId="291"/>
            <ac:spMk id="2" creationId="{99A87E50-FD1C-407A-4425-84CED1E49FE7}"/>
          </ac:spMkLst>
        </pc:spChg>
        <pc:spChg chg="del">
          <ac:chgData name="Andrew Beatty" userId="ddf183e3-d1da-49e1-9619-81ceb6b4ef92" providerId="ADAL" clId="{0A9FA626-7B66-484A-9EFA-B61C399DD8F4}" dt="2026-03-25T16:39:24.772" v="848" actId="478"/>
          <ac:spMkLst>
            <pc:docMk/>
            <pc:sldMk cId="1617022952" sldId="291"/>
            <ac:spMk id="3" creationId="{743C4FC1-80B3-0B4E-E40B-6A0BAB6383EA}"/>
          </ac:spMkLst>
        </pc:spChg>
        <pc:picChg chg="add del mod">
          <ac:chgData name="Andrew Beatty" userId="ddf183e3-d1da-49e1-9619-81ceb6b4ef92" providerId="ADAL" clId="{0A9FA626-7B66-484A-9EFA-B61C399DD8F4}" dt="2026-03-26T15:15:15.449" v="852"/>
          <ac:picMkLst>
            <pc:docMk/>
            <pc:sldMk cId="1617022952" sldId="291"/>
            <ac:picMk id="6" creationId="{8167FA93-83D0-A818-1AB6-E58ED9925CF2}"/>
          </ac:picMkLst>
        </pc:picChg>
      </pc:sldChg>
      <pc:sldChg chg="delSp modSp new del mod modTransition">
        <pc:chgData name="Andrew Beatty" userId="ddf183e3-d1da-49e1-9619-81ceb6b4ef92" providerId="ADAL" clId="{0A9FA626-7B66-484A-9EFA-B61C399DD8F4}" dt="2026-03-25T16:38:30.990" v="821" actId="47"/>
        <pc:sldMkLst>
          <pc:docMk/>
          <pc:sldMk cId="1923998810" sldId="291"/>
        </pc:sldMkLst>
        <pc:spChg chg="mod">
          <ac:chgData name="Andrew Beatty" userId="ddf183e3-d1da-49e1-9619-81ceb6b4ef92" providerId="ADAL" clId="{0A9FA626-7B66-484A-9EFA-B61C399DD8F4}" dt="2026-03-25T16:10:27.704" v="781" actId="313"/>
          <ac:spMkLst>
            <pc:docMk/>
            <pc:sldMk cId="1923998810" sldId="291"/>
            <ac:spMk id="2" creationId="{E33D839B-FB6C-2427-A7D7-05DB06A01E65}"/>
          </ac:spMkLst>
        </pc:spChg>
        <pc:spChg chg="del">
          <ac:chgData name="Andrew Beatty" userId="ddf183e3-d1da-49e1-9619-81ceb6b4ef92" providerId="ADAL" clId="{0A9FA626-7B66-484A-9EFA-B61C399DD8F4}" dt="2026-03-25T16:10:24.603" v="779" actId="478"/>
          <ac:spMkLst>
            <pc:docMk/>
            <pc:sldMk cId="1923998810" sldId="291"/>
            <ac:spMk id="3" creationId="{5E2206A1-D86F-9640-64DF-54E1D48E5FB2}"/>
          </ac:spMkLst>
        </pc:spChg>
      </pc:sldChg>
      <pc:sldChg chg="new del">
        <pc:chgData name="Andrew Beatty" userId="ddf183e3-d1da-49e1-9619-81ceb6b4ef92" providerId="ADAL" clId="{0A9FA626-7B66-484A-9EFA-B61C399DD8F4}" dt="2026-03-25T16:38:38.347" v="823" actId="47"/>
        <pc:sldMkLst>
          <pc:docMk/>
          <pc:sldMk cId="2437194748" sldId="291"/>
        </pc:sldMkLst>
      </pc:sldChg>
      <pc:sldChg chg="new del">
        <pc:chgData name="Andrew Beatty" userId="ddf183e3-d1da-49e1-9619-81ceb6b4ef92" providerId="ADAL" clId="{0A9FA626-7B66-484A-9EFA-B61C399DD8F4}" dt="2026-03-25T16:38:44.366" v="825" actId="47"/>
        <pc:sldMkLst>
          <pc:docMk/>
          <pc:sldMk cId="2539852669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3/26/2026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33017-6D54-8D6E-7C5B-2A6746DE4E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Putting it together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4C5DC-4A57-4E59-43F6-523CF57DDB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Web Services and Applications</a:t>
            </a:r>
          </a:p>
          <a:p>
            <a:r>
              <a:rPr lang="en-GB" dirty="0"/>
              <a:t>Andrew.Beatty@ATU.ie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6823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81466-6471-A026-135C-41C24467A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72A9E-1B79-4171-6AB9-41E26BA7D9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8000" dirty="0"/>
              <a:t>How to eat an Elephant</a:t>
            </a:r>
            <a:endParaRPr lang="en-IE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52D34-323B-65AF-7664-3141C9656D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Web Services and Applications</a:t>
            </a:r>
          </a:p>
          <a:p>
            <a:r>
              <a:rPr lang="en-GB" dirty="0"/>
              <a:t>Andrew.Beatty@ATU.ie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0876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9612-1229-4BE7-B483-C644F70E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E184439A-07CF-43EB-A549-2BF44B23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80427-EC92-41AF-9F75-6245FED89BBD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99D0-BCFA-45E5-84A0-22EBF4928CC1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5FEF380-9499-419E-81D2-E085DC8880E9}"/>
              </a:ext>
            </a:extLst>
          </p:cNvPr>
          <p:cNvSpPr/>
          <p:nvPr/>
        </p:nvSpPr>
        <p:spPr>
          <a:xfrm>
            <a:off x="3685523" y="4587912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E5F17-70A1-4476-A072-7BA25F9DEF6C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3BCD-773D-47BF-8F1A-0CB488952B6C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CF54B-BC51-4A64-9F97-1F52DB1BF4D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5120-B823-4095-8C18-2F773702AF9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D016D-81A1-4048-8E85-483121458B1A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93B88-2D44-4173-AA2D-C0EA85A1BBE8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1F7D8-EE36-4D5F-8AB7-4DD8A7AE916E}"/>
              </a:ext>
            </a:extLst>
          </p:cNvPr>
          <p:cNvSpPr/>
          <p:nvPr/>
        </p:nvSpPr>
        <p:spPr>
          <a:xfrm>
            <a:off x="2701005" y="2652260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02E84-0A9F-4BCB-9799-556DEE55A886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E792A-ED64-4C8C-B954-DF7099E462B2}"/>
              </a:ext>
            </a:extLst>
          </p:cNvPr>
          <p:cNvSpPr/>
          <p:nvPr/>
        </p:nvSpPr>
        <p:spPr>
          <a:xfrm>
            <a:off x="2801923" y="3056711"/>
            <a:ext cx="623277" cy="396243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285F1-CBBA-4FF5-9DBC-DF8F722549DF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DD85F-5A52-4944-B001-173CB493689A}"/>
              </a:ext>
            </a:extLst>
          </p:cNvPr>
          <p:cNvSpPr/>
          <p:nvPr/>
        </p:nvSpPr>
        <p:spPr>
          <a:xfrm>
            <a:off x="3468041" y="3054103"/>
            <a:ext cx="786501" cy="39516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CF79F-531A-46D9-AD86-CF6C9D3AB0D3}"/>
              </a:ext>
            </a:extLst>
          </p:cNvPr>
          <p:cNvSpPr txBox="1"/>
          <p:nvPr/>
        </p:nvSpPr>
        <p:spPr>
          <a:xfrm>
            <a:off x="3515166" y="3070175"/>
            <a:ext cx="568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A</a:t>
            </a:r>
            <a:r>
              <a:rPr lang="en-IE" sz="800" dirty="0">
                <a:solidFill>
                  <a:schemeClr val="bg1"/>
                </a:solidFill>
              </a:rPr>
              <a:t>pp.js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0FBA50-12F7-4312-AF7E-EBD967954404}"/>
              </a:ext>
            </a:extLst>
          </p:cNvPr>
          <p:cNvSpPr/>
          <p:nvPr/>
        </p:nvSpPr>
        <p:spPr>
          <a:xfrm>
            <a:off x="5720676" y="2659319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C06B1-AB2B-4EBF-BCE0-FB99DF6B2707}"/>
              </a:ext>
            </a:extLst>
          </p:cNvPr>
          <p:cNvSpPr txBox="1"/>
          <p:nvPr/>
        </p:nvSpPr>
        <p:spPr>
          <a:xfrm>
            <a:off x="5897461" y="2740462"/>
            <a:ext cx="12751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  <a:p>
            <a:r>
              <a:rPr lang="en-IE" sz="1000" dirty="0"/>
              <a:t>In server.py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4C591-8539-439A-8C5B-3295C50FC28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113562" y="3452954"/>
            <a:ext cx="2607729" cy="885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2EC0E7-18A1-4B7C-AA71-938B36DD148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0D761CF5-EAEB-426F-A653-A905698E4266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2A3CEA-B16B-4937-8ED0-1403C961BFC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A5D93-54B9-4E7D-8C4B-461E9FA3BE9D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A13474-118A-4155-8463-77B5F36D41FC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7998" y="3231610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BDC5FB-765C-4EC4-AB21-00FB5A375B30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AA15F-222D-4E3B-8D27-7595487509C9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4E0476-0715-4487-8860-1058F515E6C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BBECE9-3136-4353-B319-CFEDD48BE0D1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25392B-E302-4AA7-8218-1623EB83517E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BFA1CC-5083-60D1-BFBB-7B1E3A3936F4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3B6176-F8DC-D151-4757-1117D6D0AD03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0E16C37-9908-4608-C6A2-1D16E5821E01}"/>
              </a:ext>
            </a:extLst>
          </p:cNvPr>
          <p:cNvSpPr txBox="1"/>
          <p:nvPr/>
        </p:nvSpPr>
        <p:spPr>
          <a:xfrm>
            <a:off x="4208172" y="5638764"/>
            <a:ext cx="1784665" cy="369332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AJAX </a:t>
            </a:r>
            <a:r>
              <a:rPr lang="en-IE" sz="1100" dirty="0">
                <a:solidFill>
                  <a:schemeClr val="bg1">
                    <a:lumMod val="65000"/>
                  </a:schemeClr>
                </a:solidFill>
              </a:rPr>
              <a:t>and </a:t>
            </a:r>
            <a:r>
              <a:rPr lang="en-IE" sz="1100" dirty="0" err="1">
                <a:solidFill>
                  <a:schemeClr val="bg1">
                    <a:lumMod val="65000"/>
                  </a:schemeClr>
                </a:solidFill>
              </a:rPr>
              <a:t>Javascript</a:t>
            </a:r>
            <a:endParaRPr lang="en-IE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CBE0B-B490-AF36-7F0F-83010FF82EF3}"/>
              </a:ext>
            </a:extLst>
          </p:cNvPr>
          <p:cNvSpPr txBox="1"/>
          <p:nvPr/>
        </p:nvSpPr>
        <p:spPr>
          <a:xfrm>
            <a:off x="4176072" y="6008096"/>
            <a:ext cx="1388071" cy="369332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</a:t>
            </a:r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TML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C1E8C-0487-479A-A8FE-649F344C94CD}"/>
              </a:ext>
            </a:extLst>
          </p:cNvPr>
          <p:cNvSpPr txBox="1"/>
          <p:nvPr/>
        </p:nvSpPr>
        <p:spPr>
          <a:xfrm>
            <a:off x="5564143" y="6017767"/>
            <a:ext cx="641354" cy="369332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CSS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93F5A7-BC69-18E8-69F4-B677E32E2723}"/>
              </a:ext>
            </a:extLst>
          </p:cNvPr>
          <p:cNvSpPr/>
          <p:nvPr/>
        </p:nvSpPr>
        <p:spPr>
          <a:xfrm>
            <a:off x="4360401" y="3042410"/>
            <a:ext cx="483461" cy="39516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134471-6AA1-A938-DC5F-12B739A05A33}"/>
              </a:ext>
            </a:extLst>
          </p:cNvPr>
          <p:cNvSpPr txBox="1"/>
          <p:nvPr/>
        </p:nvSpPr>
        <p:spPr>
          <a:xfrm>
            <a:off x="4343936" y="3087612"/>
            <a:ext cx="568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err="1">
                <a:solidFill>
                  <a:schemeClr val="bg1"/>
                </a:solidFill>
              </a:rPr>
              <a:t>css</a:t>
            </a:r>
            <a:endParaRPr lang="en-IE" sz="8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9E84AD9-E375-CBC2-0E04-3967294084D9}"/>
              </a:ext>
            </a:extLst>
          </p:cNvPr>
          <p:cNvSpPr/>
          <p:nvPr/>
        </p:nvSpPr>
        <p:spPr>
          <a:xfrm>
            <a:off x="7784640" y="2589709"/>
            <a:ext cx="874340" cy="1113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9731FC-6558-2566-6663-50610309D3EF}"/>
              </a:ext>
            </a:extLst>
          </p:cNvPr>
          <p:cNvSpPr txBox="1"/>
          <p:nvPr/>
        </p:nvSpPr>
        <p:spPr>
          <a:xfrm>
            <a:off x="7841056" y="2902981"/>
            <a:ext cx="735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 err="1"/>
              <a:t>Book.dao</a:t>
            </a:r>
            <a:endParaRPr lang="en-IE" sz="1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FCD7E8A-D6EC-18A8-9D31-9F6BFDC4BB28}"/>
              </a:ext>
            </a:extLst>
          </p:cNvPr>
          <p:cNvCxnSpPr>
            <a:cxnSpLocks/>
          </p:cNvCxnSpPr>
          <p:nvPr/>
        </p:nvCxnSpPr>
        <p:spPr>
          <a:xfrm flipH="1">
            <a:off x="8348441" y="1372665"/>
            <a:ext cx="824499" cy="122840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FC0631E-DF23-20A9-8234-E170CC9A5DAF}"/>
              </a:ext>
            </a:extLst>
          </p:cNvPr>
          <p:cNvCxnSpPr>
            <a:cxnSpLocks/>
          </p:cNvCxnSpPr>
          <p:nvPr/>
        </p:nvCxnSpPr>
        <p:spPr>
          <a:xfrm flipH="1">
            <a:off x="4536486" y="1300376"/>
            <a:ext cx="4270457" cy="135751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137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7D75-E045-9F61-FE08-72A6AC9F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28F0-4CC6-231D-DAF8-7EF3C7BA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06740ED3-341C-53E2-31A9-585C5108AE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92DEB5-F789-BFBA-9F16-E10B3C2DEEB0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F13531-6E04-1DAA-5BFB-58884C3D5E76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1C42A444-289B-843E-53AF-452C8AB83AB0}"/>
              </a:ext>
            </a:extLst>
          </p:cNvPr>
          <p:cNvSpPr/>
          <p:nvPr/>
        </p:nvSpPr>
        <p:spPr>
          <a:xfrm>
            <a:off x="3685523" y="4587912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DE7CAD-2F73-CE75-CFF1-4F9A4271B4F2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62FC7B-5F5E-4666-BED0-943EA899B064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AA53C4-DCB3-0723-C327-1844741BDA01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7F1443-FECA-4C0D-C7D3-F0F46591248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2D0453-5C53-EFC0-0B58-3DFF5A152F2E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B331C9-EA49-241E-615B-D4B1E96B6ADE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AE5323-12CC-ADCB-6019-D65110C2F2F2}"/>
              </a:ext>
            </a:extLst>
          </p:cNvPr>
          <p:cNvSpPr/>
          <p:nvPr/>
        </p:nvSpPr>
        <p:spPr>
          <a:xfrm>
            <a:off x="2701005" y="2652260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F2EABA-5817-ABE7-4B36-A634F5FED7B4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BF536E-0BB3-38D1-BAAF-AA0B8EFD2347}"/>
              </a:ext>
            </a:extLst>
          </p:cNvPr>
          <p:cNvSpPr/>
          <p:nvPr/>
        </p:nvSpPr>
        <p:spPr>
          <a:xfrm>
            <a:off x="2801923" y="3056711"/>
            <a:ext cx="623277" cy="396243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E15272-CE08-A8E5-3AF1-EB7007AD0598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250F5A-008A-2F43-8192-AF4A27D8ECE8}"/>
              </a:ext>
            </a:extLst>
          </p:cNvPr>
          <p:cNvSpPr/>
          <p:nvPr/>
        </p:nvSpPr>
        <p:spPr>
          <a:xfrm>
            <a:off x="3468041" y="3054103"/>
            <a:ext cx="786501" cy="39516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D1B323-52C3-B63D-DE60-76941F1CDFD9}"/>
              </a:ext>
            </a:extLst>
          </p:cNvPr>
          <p:cNvSpPr txBox="1"/>
          <p:nvPr/>
        </p:nvSpPr>
        <p:spPr>
          <a:xfrm>
            <a:off x="3515166" y="3070175"/>
            <a:ext cx="568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A</a:t>
            </a:r>
            <a:r>
              <a:rPr lang="en-IE" sz="800" dirty="0">
                <a:solidFill>
                  <a:schemeClr val="bg1"/>
                </a:solidFill>
              </a:rPr>
              <a:t>pp.js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058E69-AC9F-A461-413E-97FFAED44CC1}"/>
              </a:ext>
            </a:extLst>
          </p:cNvPr>
          <p:cNvSpPr/>
          <p:nvPr/>
        </p:nvSpPr>
        <p:spPr>
          <a:xfrm>
            <a:off x="5576496" y="2591028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0BFC1E-004A-A3EF-18FF-8F588673A102}"/>
              </a:ext>
            </a:extLst>
          </p:cNvPr>
          <p:cNvSpPr txBox="1"/>
          <p:nvPr/>
        </p:nvSpPr>
        <p:spPr>
          <a:xfrm>
            <a:off x="5897461" y="2740462"/>
            <a:ext cx="12751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  <a:p>
            <a:r>
              <a:rPr lang="en-IE" sz="1000" dirty="0"/>
              <a:t>In server.py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EB3DA3-C863-BF3F-B762-4CBE1AF0B2BD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113562" y="3452954"/>
            <a:ext cx="2607729" cy="885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0CD8CB7-655C-DBBA-6023-CCDA25563E0A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6246FCDF-276D-02B1-FA56-56604A58F58F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5583DD-2359-90D7-7A2D-F7902AEF010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0C9DCFF-7764-B786-2218-4D3C3A865AFB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19F2944-7273-12F3-B10B-65B4BC5ECE11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333818" y="3163319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7D1D393-1904-1B74-8BE9-27A7B78EE642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0D93F4-3513-8FC6-C0EC-35904F1BDED9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B28CF1-9E44-60BE-3C3E-D1A9A1AE4943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A17B637-B21E-D61B-2AC9-CB1E92303C9A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DDB8F5A-AA11-62CD-4F5E-DCEBDAF400E8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D605A74-3B01-185E-FBDC-E03CFCA52AB7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4086587-9D57-B245-411A-3375542A3DCD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E0A9F73-1F31-1062-E02A-7ABDF1F289DD}"/>
              </a:ext>
            </a:extLst>
          </p:cNvPr>
          <p:cNvSpPr txBox="1"/>
          <p:nvPr/>
        </p:nvSpPr>
        <p:spPr>
          <a:xfrm>
            <a:off x="4208172" y="5638764"/>
            <a:ext cx="1784665" cy="369332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AJAX </a:t>
            </a:r>
            <a:r>
              <a:rPr lang="en-IE" sz="1100" dirty="0">
                <a:solidFill>
                  <a:schemeClr val="bg1">
                    <a:lumMod val="65000"/>
                  </a:schemeClr>
                </a:solidFill>
              </a:rPr>
              <a:t>and </a:t>
            </a:r>
            <a:r>
              <a:rPr lang="en-IE" sz="1100" dirty="0" err="1">
                <a:solidFill>
                  <a:schemeClr val="bg1">
                    <a:lumMod val="65000"/>
                  </a:schemeClr>
                </a:solidFill>
              </a:rPr>
              <a:t>Javascript</a:t>
            </a:r>
            <a:endParaRPr lang="en-IE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9E9F63-80FA-F90E-B7DE-69D2B7D851CF}"/>
              </a:ext>
            </a:extLst>
          </p:cNvPr>
          <p:cNvSpPr/>
          <p:nvPr/>
        </p:nvSpPr>
        <p:spPr>
          <a:xfrm>
            <a:off x="7784640" y="2589709"/>
            <a:ext cx="874340" cy="1113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3E60B5B1-15FE-4A6E-E7EB-C06D3C988DFE}"/>
              </a:ext>
            </a:extLst>
          </p:cNvPr>
          <p:cNvSpPr/>
          <p:nvPr/>
        </p:nvSpPr>
        <p:spPr>
          <a:xfrm>
            <a:off x="-11925763" y="-8104930"/>
            <a:ext cx="38345808" cy="21945600"/>
          </a:xfrm>
          <a:custGeom>
            <a:avLst/>
            <a:gdLst>
              <a:gd name="connsiteX0" fmla="*/ 18221835 w 38345808"/>
              <a:gd name="connsiteY0" fmla="*/ 10714703 h 21945600"/>
              <a:gd name="connsiteX1" fmla="*/ 16489508 w 38345808"/>
              <a:gd name="connsiteY1" fmla="*/ 11285308 h 21945600"/>
              <a:gd name="connsiteX2" fmla="*/ 18221835 w 38345808"/>
              <a:gd name="connsiteY2" fmla="*/ 11855913 h 21945600"/>
              <a:gd name="connsiteX3" fmla="*/ 19954161 w 38345808"/>
              <a:gd name="connsiteY3" fmla="*/ 11285308 h 21945600"/>
              <a:gd name="connsiteX4" fmla="*/ 18221835 w 38345808"/>
              <a:gd name="connsiteY4" fmla="*/ 10714703 h 21945600"/>
              <a:gd name="connsiteX5" fmla="*/ 0 w 38345808"/>
              <a:gd name="connsiteY5" fmla="*/ 0 h 21945600"/>
              <a:gd name="connsiteX6" fmla="*/ 38345808 w 38345808"/>
              <a:gd name="connsiteY6" fmla="*/ 0 h 21945600"/>
              <a:gd name="connsiteX7" fmla="*/ 38345808 w 38345808"/>
              <a:gd name="connsiteY7" fmla="*/ 21945600 h 21945600"/>
              <a:gd name="connsiteX8" fmla="*/ 0 w 38345808"/>
              <a:gd name="connsiteY8" fmla="*/ 21945600 h 219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45808" h="21945600">
                <a:moveTo>
                  <a:pt x="18221835" y="10714703"/>
                </a:moveTo>
                <a:cubicBezTo>
                  <a:pt x="17265097" y="10714703"/>
                  <a:pt x="16489508" y="10970172"/>
                  <a:pt x="16489508" y="11285308"/>
                </a:cubicBezTo>
                <a:cubicBezTo>
                  <a:pt x="16489508" y="11600444"/>
                  <a:pt x="17265097" y="11855913"/>
                  <a:pt x="18221835" y="11855913"/>
                </a:cubicBezTo>
                <a:cubicBezTo>
                  <a:pt x="19178572" y="11855913"/>
                  <a:pt x="19954161" y="11600444"/>
                  <a:pt x="19954161" y="11285308"/>
                </a:cubicBezTo>
                <a:cubicBezTo>
                  <a:pt x="19954161" y="10970172"/>
                  <a:pt x="19178572" y="10714703"/>
                  <a:pt x="18221835" y="10714703"/>
                </a:cubicBezTo>
                <a:close/>
                <a:moveTo>
                  <a:pt x="0" y="0"/>
                </a:moveTo>
                <a:lnTo>
                  <a:pt x="38345808" y="0"/>
                </a:lnTo>
                <a:lnTo>
                  <a:pt x="38345808" y="21945600"/>
                </a:lnTo>
                <a:lnTo>
                  <a:pt x="0" y="21945600"/>
                </a:lnTo>
                <a:close/>
              </a:path>
            </a:pathLst>
          </a:custGeom>
          <a:solidFill>
            <a:schemeClr val="tx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24763D-93EF-5BE0-0132-17ECC065C676}"/>
              </a:ext>
            </a:extLst>
          </p:cNvPr>
          <p:cNvSpPr txBox="1"/>
          <p:nvPr/>
        </p:nvSpPr>
        <p:spPr>
          <a:xfrm>
            <a:off x="4176072" y="6008096"/>
            <a:ext cx="1388071" cy="369332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</a:t>
            </a:r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TML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FED241-1BDD-31D2-C031-418F5B1FDF33}"/>
              </a:ext>
            </a:extLst>
          </p:cNvPr>
          <p:cNvSpPr txBox="1"/>
          <p:nvPr/>
        </p:nvSpPr>
        <p:spPr>
          <a:xfrm>
            <a:off x="5564143" y="6017767"/>
            <a:ext cx="641354" cy="369332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CSS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9B2D8E-59B8-57DA-0257-6DF0660E0D64}"/>
              </a:ext>
            </a:extLst>
          </p:cNvPr>
          <p:cNvSpPr/>
          <p:nvPr/>
        </p:nvSpPr>
        <p:spPr>
          <a:xfrm>
            <a:off x="4360401" y="3042410"/>
            <a:ext cx="483461" cy="39516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6CE4E4-EE3E-D66F-EC46-4BB0C42F860A}"/>
              </a:ext>
            </a:extLst>
          </p:cNvPr>
          <p:cNvSpPr txBox="1"/>
          <p:nvPr/>
        </p:nvSpPr>
        <p:spPr>
          <a:xfrm>
            <a:off x="4343936" y="3087612"/>
            <a:ext cx="568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err="1">
                <a:solidFill>
                  <a:schemeClr val="bg1"/>
                </a:solidFill>
              </a:rPr>
              <a:t>css</a:t>
            </a:r>
            <a:endParaRPr lang="en-IE" sz="8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130E4C-E923-654F-4F65-2C85C1ED7583}"/>
              </a:ext>
            </a:extLst>
          </p:cNvPr>
          <p:cNvSpPr txBox="1"/>
          <p:nvPr/>
        </p:nvSpPr>
        <p:spPr>
          <a:xfrm>
            <a:off x="7841056" y="2902981"/>
            <a:ext cx="735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 err="1"/>
              <a:t>Book.dao</a:t>
            </a:r>
            <a:endParaRPr lang="en-IE" sz="1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63D236A-135F-F9CD-8551-83B878FE02C1}"/>
              </a:ext>
            </a:extLst>
          </p:cNvPr>
          <p:cNvCxnSpPr>
            <a:cxnSpLocks/>
          </p:cNvCxnSpPr>
          <p:nvPr/>
        </p:nvCxnSpPr>
        <p:spPr>
          <a:xfrm flipH="1">
            <a:off x="8348441" y="1372665"/>
            <a:ext cx="824499" cy="122840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3018A2A-3083-EBE4-5713-DC6F155E038F}"/>
              </a:ext>
            </a:extLst>
          </p:cNvPr>
          <p:cNvCxnSpPr>
            <a:cxnSpLocks/>
          </p:cNvCxnSpPr>
          <p:nvPr/>
        </p:nvCxnSpPr>
        <p:spPr>
          <a:xfrm flipH="1">
            <a:off x="4536486" y="1300376"/>
            <a:ext cx="4270457" cy="135751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946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5F14-BC4B-218E-F493-E3551A12E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D3D51-0D35-69E3-0041-43A8712D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7C85C2BF-5E0A-0AD9-8A85-640A005B39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38EDA1-7CAA-0D08-14E9-101271207937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2E606D-E71C-32BB-8762-4A1AD4858878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EF632A16-EBCC-510E-78CA-755028806509}"/>
              </a:ext>
            </a:extLst>
          </p:cNvPr>
          <p:cNvSpPr/>
          <p:nvPr/>
        </p:nvSpPr>
        <p:spPr>
          <a:xfrm>
            <a:off x="3685523" y="4587912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0CC894-92FA-0DD9-46C4-263B7AEA0513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E93645-E411-993D-0A23-0A29845D1072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932F87-EE6E-7199-E4EC-37973BE61AAE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18702B-70C9-86AE-E02D-E2D78C5BB007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0A882C-9195-F194-3B6C-FD8955908037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C87904-6D2C-1A8D-D096-137B6DC71523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82027A-14DF-EE5E-C882-051B611D8538}"/>
              </a:ext>
            </a:extLst>
          </p:cNvPr>
          <p:cNvSpPr/>
          <p:nvPr/>
        </p:nvSpPr>
        <p:spPr>
          <a:xfrm>
            <a:off x="2701005" y="2652260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263558-5C6E-AC6D-8146-F5B873871E38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4B6EFC-EF6E-D8DA-9DA7-C3DA9B672B41}"/>
              </a:ext>
            </a:extLst>
          </p:cNvPr>
          <p:cNvSpPr/>
          <p:nvPr/>
        </p:nvSpPr>
        <p:spPr>
          <a:xfrm>
            <a:off x="2801923" y="3056711"/>
            <a:ext cx="623277" cy="396243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B5D98B-DBB5-D592-494B-D6FF842FACEE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C0C49C-0E25-07E7-D816-9799A2D7375D}"/>
              </a:ext>
            </a:extLst>
          </p:cNvPr>
          <p:cNvSpPr/>
          <p:nvPr/>
        </p:nvSpPr>
        <p:spPr>
          <a:xfrm>
            <a:off x="3468041" y="3054103"/>
            <a:ext cx="786501" cy="39516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0555C4-2F26-5E1D-CBC4-4C89F67A19AD}"/>
              </a:ext>
            </a:extLst>
          </p:cNvPr>
          <p:cNvSpPr txBox="1"/>
          <p:nvPr/>
        </p:nvSpPr>
        <p:spPr>
          <a:xfrm>
            <a:off x="3515166" y="3070175"/>
            <a:ext cx="568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A</a:t>
            </a:r>
            <a:r>
              <a:rPr lang="en-IE" sz="800" dirty="0">
                <a:solidFill>
                  <a:schemeClr val="bg1"/>
                </a:solidFill>
              </a:rPr>
              <a:t>pp.js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3F3507-EF04-CA22-081E-C606F18DDC27}"/>
              </a:ext>
            </a:extLst>
          </p:cNvPr>
          <p:cNvSpPr/>
          <p:nvPr/>
        </p:nvSpPr>
        <p:spPr>
          <a:xfrm>
            <a:off x="5720676" y="2659319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F440F3-38CA-CF5A-1F41-9728C728B95F}"/>
              </a:ext>
            </a:extLst>
          </p:cNvPr>
          <p:cNvSpPr txBox="1"/>
          <p:nvPr/>
        </p:nvSpPr>
        <p:spPr>
          <a:xfrm>
            <a:off x="5897461" y="2740462"/>
            <a:ext cx="12751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  <a:p>
            <a:r>
              <a:rPr lang="en-IE" sz="1000" dirty="0"/>
              <a:t>In server.py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97C5209-B0FE-F0DE-3E3C-E67876B58730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113562" y="3452954"/>
            <a:ext cx="2607729" cy="885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F583A45-DCD4-961C-7523-99B3BD90F2E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5407841A-08D6-091A-8987-6FCB15723147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2BC36A-D7B0-E1AB-F48D-12769F361594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6216895-391F-E3B2-5B08-48CB5F96CDCA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7730650-2ABA-4997-51C4-BD4F9BECE4F1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7998" y="3231610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184A759-7917-6A02-EA7A-2CFC015156B0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C86BD1-F75D-90A7-8BBD-1FFDCCA17063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84D96C-1FA7-CD10-7012-3BB7D7D83010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FF62A99-B7F8-0647-2798-201C0177B1B0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6E805DD-C5C9-9188-94D9-355D888347A7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487457-E244-7EB9-68A2-FE867D4F9431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3B3B397-E2FD-4F9D-FC39-4F2EBBB2635C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A3EC95A-BB12-B88B-0804-3C69239CFD1B}"/>
              </a:ext>
            </a:extLst>
          </p:cNvPr>
          <p:cNvSpPr txBox="1"/>
          <p:nvPr/>
        </p:nvSpPr>
        <p:spPr>
          <a:xfrm>
            <a:off x="4208172" y="5638764"/>
            <a:ext cx="1784665" cy="369332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AJAX </a:t>
            </a:r>
            <a:r>
              <a:rPr lang="en-IE" sz="1100" dirty="0">
                <a:solidFill>
                  <a:schemeClr val="bg1">
                    <a:lumMod val="65000"/>
                  </a:schemeClr>
                </a:solidFill>
              </a:rPr>
              <a:t>and </a:t>
            </a:r>
            <a:r>
              <a:rPr lang="en-IE" sz="1100" dirty="0" err="1">
                <a:solidFill>
                  <a:schemeClr val="bg1">
                    <a:lumMod val="65000"/>
                  </a:schemeClr>
                </a:solidFill>
              </a:rPr>
              <a:t>Javascript</a:t>
            </a:r>
            <a:endParaRPr lang="en-IE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90C1C804-5F82-6B64-A5BE-9662425B0338}"/>
              </a:ext>
            </a:extLst>
          </p:cNvPr>
          <p:cNvSpPr/>
          <p:nvPr/>
        </p:nvSpPr>
        <p:spPr>
          <a:xfrm>
            <a:off x="-10177109" y="-8104930"/>
            <a:ext cx="38345808" cy="21945600"/>
          </a:xfrm>
          <a:custGeom>
            <a:avLst/>
            <a:gdLst>
              <a:gd name="connsiteX0" fmla="*/ 18221835 w 38345808"/>
              <a:gd name="connsiteY0" fmla="*/ 10714703 h 21945600"/>
              <a:gd name="connsiteX1" fmla="*/ 16489508 w 38345808"/>
              <a:gd name="connsiteY1" fmla="*/ 11285308 h 21945600"/>
              <a:gd name="connsiteX2" fmla="*/ 18221835 w 38345808"/>
              <a:gd name="connsiteY2" fmla="*/ 11855913 h 21945600"/>
              <a:gd name="connsiteX3" fmla="*/ 19954161 w 38345808"/>
              <a:gd name="connsiteY3" fmla="*/ 11285308 h 21945600"/>
              <a:gd name="connsiteX4" fmla="*/ 18221835 w 38345808"/>
              <a:gd name="connsiteY4" fmla="*/ 10714703 h 21945600"/>
              <a:gd name="connsiteX5" fmla="*/ 0 w 38345808"/>
              <a:gd name="connsiteY5" fmla="*/ 0 h 21945600"/>
              <a:gd name="connsiteX6" fmla="*/ 38345808 w 38345808"/>
              <a:gd name="connsiteY6" fmla="*/ 0 h 21945600"/>
              <a:gd name="connsiteX7" fmla="*/ 38345808 w 38345808"/>
              <a:gd name="connsiteY7" fmla="*/ 21945600 h 21945600"/>
              <a:gd name="connsiteX8" fmla="*/ 0 w 38345808"/>
              <a:gd name="connsiteY8" fmla="*/ 21945600 h 219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45808" h="21945600">
                <a:moveTo>
                  <a:pt x="18221835" y="10714703"/>
                </a:moveTo>
                <a:cubicBezTo>
                  <a:pt x="17265097" y="10714703"/>
                  <a:pt x="16489508" y="10970172"/>
                  <a:pt x="16489508" y="11285308"/>
                </a:cubicBezTo>
                <a:cubicBezTo>
                  <a:pt x="16489508" y="11600444"/>
                  <a:pt x="17265097" y="11855913"/>
                  <a:pt x="18221835" y="11855913"/>
                </a:cubicBezTo>
                <a:cubicBezTo>
                  <a:pt x="19178572" y="11855913"/>
                  <a:pt x="19954161" y="11600444"/>
                  <a:pt x="19954161" y="11285308"/>
                </a:cubicBezTo>
                <a:cubicBezTo>
                  <a:pt x="19954161" y="10970172"/>
                  <a:pt x="19178572" y="10714703"/>
                  <a:pt x="18221835" y="10714703"/>
                </a:cubicBezTo>
                <a:close/>
                <a:moveTo>
                  <a:pt x="0" y="0"/>
                </a:moveTo>
                <a:lnTo>
                  <a:pt x="38345808" y="0"/>
                </a:lnTo>
                <a:lnTo>
                  <a:pt x="38345808" y="21945600"/>
                </a:lnTo>
                <a:lnTo>
                  <a:pt x="0" y="21945600"/>
                </a:lnTo>
                <a:close/>
              </a:path>
            </a:pathLst>
          </a:custGeom>
          <a:solidFill>
            <a:schemeClr val="tx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31E34-3AD2-9F9F-9820-8F9B5C725FEE}"/>
              </a:ext>
            </a:extLst>
          </p:cNvPr>
          <p:cNvSpPr txBox="1"/>
          <p:nvPr/>
        </p:nvSpPr>
        <p:spPr>
          <a:xfrm>
            <a:off x="4176072" y="6008096"/>
            <a:ext cx="1388071" cy="369332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</a:t>
            </a:r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TML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4868BD-C3B1-03A0-D582-501940F335DB}"/>
              </a:ext>
            </a:extLst>
          </p:cNvPr>
          <p:cNvSpPr txBox="1"/>
          <p:nvPr/>
        </p:nvSpPr>
        <p:spPr>
          <a:xfrm>
            <a:off x="5564143" y="6017767"/>
            <a:ext cx="641354" cy="369332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CSS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74F9EE-A1CF-DCB4-6E3F-4A70E498201D}"/>
              </a:ext>
            </a:extLst>
          </p:cNvPr>
          <p:cNvSpPr/>
          <p:nvPr/>
        </p:nvSpPr>
        <p:spPr>
          <a:xfrm>
            <a:off x="4360401" y="3042410"/>
            <a:ext cx="483461" cy="39516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EA16EA-1982-233B-17BC-780616910DE5}"/>
              </a:ext>
            </a:extLst>
          </p:cNvPr>
          <p:cNvSpPr txBox="1"/>
          <p:nvPr/>
        </p:nvSpPr>
        <p:spPr>
          <a:xfrm>
            <a:off x="4343936" y="3087612"/>
            <a:ext cx="568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err="1">
                <a:solidFill>
                  <a:schemeClr val="bg1"/>
                </a:solidFill>
              </a:rPr>
              <a:t>css</a:t>
            </a:r>
            <a:endParaRPr lang="en-IE" sz="8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43F9AC-B191-17CB-1117-705B2461DEAA}"/>
              </a:ext>
            </a:extLst>
          </p:cNvPr>
          <p:cNvSpPr/>
          <p:nvPr/>
        </p:nvSpPr>
        <p:spPr>
          <a:xfrm>
            <a:off x="7784640" y="2589709"/>
            <a:ext cx="874340" cy="1113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25A791-166D-240F-923E-9A37F2E82FC1}"/>
              </a:ext>
            </a:extLst>
          </p:cNvPr>
          <p:cNvSpPr txBox="1"/>
          <p:nvPr/>
        </p:nvSpPr>
        <p:spPr>
          <a:xfrm>
            <a:off x="7841056" y="2902981"/>
            <a:ext cx="735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 err="1"/>
              <a:t>Book.dao</a:t>
            </a:r>
            <a:endParaRPr lang="en-IE" sz="1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511EFD5-7145-1C9A-9393-6DFDAFEBD37C}"/>
              </a:ext>
            </a:extLst>
          </p:cNvPr>
          <p:cNvCxnSpPr>
            <a:cxnSpLocks/>
          </p:cNvCxnSpPr>
          <p:nvPr/>
        </p:nvCxnSpPr>
        <p:spPr>
          <a:xfrm flipH="1">
            <a:off x="8348441" y="1372665"/>
            <a:ext cx="824499" cy="122840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06BF0E2-E81D-0CA1-AD5F-95BEE61DE199}"/>
              </a:ext>
            </a:extLst>
          </p:cNvPr>
          <p:cNvCxnSpPr>
            <a:cxnSpLocks/>
          </p:cNvCxnSpPr>
          <p:nvPr/>
        </p:nvCxnSpPr>
        <p:spPr>
          <a:xfrm flipH="1">
            <a:off x="4536486" y="1300376"/>
            <a:ext cx="4270457" cy="135751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276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2D448-18DB-8C43-482D-A9327E50F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F914-202F-6892-AFD9-B89A43E6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A7370E17-51FD-03C1-E744-3E1B65C6FE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5C990A-8F7A-FB6A-675E-592040BB718C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11F919-91FC-F4FA-7906-EC45532848C1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439E07D8-7ABD-39DD-1533-69A745C1B3AC}"/>
              </a:ext>
            </a:extLst>
          </p:cNvPr>
          <p:cNvSpPr/>
          <p:nvPr/>
        </p:nvSpPr>
        <p:spPr>
          <a:xfrm>
            <a:off x="3685523" y="4587912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9EB7B2-E1A8-32CB-1625-5B86F5B87F25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0F80C4-F7E0-9ADB-5ABC-C668ABCD0485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FBC3A0-008E-38DE-2841-ABB5535A8E7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8F2535-68EC-ECDA-C02E-3039CACEA231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12D8A2-C4E2-B681-0972-93EFCEB080BD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78305C-30DF-37E7-F811-D763CECE6E09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B9E8DA-E0C6-D1D7-6270-0C5EC6C33DD7}"/>
              </a:ext>
            </a:extLst>
          </p:cNvPr>
          <p:cNvSpPr/>
          <p:nvPr/>
        </p:nvSpPr>
        <p:spPr>
          <a:xfrm>
            <a:off x="2701005" y="2652260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CD7E40-5227-9D1E-481A-1B1B062EE3D4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A60611-2DD7-D7EA-800C-6EFCCBABA933}"/>
              </a:ext>
            </a:extLst>
          </p:cNvPr>
          <p:cNvSpPr/>
          <p:nvPr/>
        </p:nvSpPr>
        <p:spPr>
          <a:xfrm>
            <a:off x="2801923" y="3056711"/>
            <a:ext cx="623277" cy="396243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C89FA7-CDF6-26E8-317C-C0B8408B524B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B56DAE-8C0D-38AC-D4C7-68EF56525003}"/>
              </a:ext>
            </a:extLst>
          </p:cNvPr>
          <p:cNvSpPr/>
          <p:nvPr/>
        </p:nvSpPr>
        <p:spPr>
          <a:xfrm>
            <a:off x="3468041" y="3054103"/>
            <a:ext cx="786501" cy="39516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0E83D0-C439-DEFE-F231-E3084783E371}"/>
              </a:ext>
            </a:extLst>
          </p:cNvPr>
          <p:cNvSpPr txBox="1"/>
          <p:nvPr/>
        </p:nvSpPr>
        <p:spPr>
          <a:xfrm>
            <a:off x="3515166" y="3070175"/>
            <a:ext cx="568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A</a:t>
            </a:r>
            <a:r>
              <a:rPr lang="en-IE" sz="800" dirty="0">
                <a:solidFill>
                  <a:schemeClr val="bg1"/>
                </a:solidFill>
              </a:rPr>
              <a:t>pp.js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89FEBC-5649-BA21-BE4D-654EF183E507}"/>
              </a:ext>
            </a:extLst>
          </p:cNvPr>
          <p:cNvSpPr/>
          <p:nvPr/>
        </p:nvSpPr>
        <p:spPr>
          <a:xfrm>
            <a:off x="5720676" y="2659319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B879E8-B8EA-F64A-9A38-F28F1343F16C}"/>
              </a:ext>
            </a:extLst>
          </p:cNvPr>
          <p:cNvSpPr txBox="1"/>
          <p:nvPr/>
        </p:nvSpPr>
        <p:spPr>
          <a:xfrm>
            <a:off x="5897461" y="2740462"/>
            <a:ext cx="12751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  <a:p>
            <a:r>
              <a:rPr lang="en-IE" sz="1000" dirty="0"/>
              <a:t>In server.py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CD93EA-4BE5-2C60-7B73-A77025430176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113562" y="3452954"/>
            <a:ext cx="2607729" cy="885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5F8954D-EF2B-645B-CE0D-5AE2688C7603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BE47DB12-9D10-505B-6773-5F6240F359B9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C7D9B2-C93F-66F3-FCA9-F263F90A2403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011D3BC-8497-A3DD-D855-A065DB9C6340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34A4A36-5BB9-7730-BD19-E92CB5F8FAEE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7998" y="3231610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D7E17B3-84BE-B057-D700-0DF47149D0CC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54ED5F-662E-459E-7AFA-5062B8604114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B9612EB-6763-D793-7B54-CD2CD3C16528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046717-A5D8-9B36-098D-7079D1CB1DD5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33C5D69-D76F-B1D0-AF0A-5BFE5EC906D2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67AADB6-44A0-F355-806D-F5E399B201C5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BCF8895-04C1-63E1-4DB2-154648C136B3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2770D29-368F-1D4D-EB9B-3F6E83A12237}"/>
              </a:ext>
            </a:extLst>
          </p:cNvPr>
          <p:cNvSpPr txBox="1"/>
          <p:nvPr/>
        </p:nvSpPr>
        <p:spPr>
          <a:xfrm>
            <a:off x="4208172" y="5638764"/>
            <a:ext cx="1784665" cy="369332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AJAX </a:t>
            </a:r>
            <a:r>
              <a:rPr lang="en-IE" sz="1100" dirty="0">
                <a:solidFill>
                  <a:schemeClr val="bg1">
                    <a:lumMod val="65000"/>
                  </a:schemeClr>
                </a:solidFill>
              </a:rPr>
              <a:t>and </a:t>
            </a:r>
            <a:r>
              <a:rPr lang="en-IE" sz="1100" dirty="0" err="1">
                <a:solidFill>
                  <a:schemeClr val="bg1">
                    <a:lumMod val="65000"/>
                  </a:schemeClr>
                </a:solidFill>
              </a:rPr>
              <a:t>Javascript</a:t>
            </a:r>
            <a:endParaRPr lang="en-IE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7CF4EA4-C07D-BDAE-B9FD-E588D969DDFF}"/>
              </a:ext>
            </a:extLst>
          </p:cNvPr>
          <p:cNvSpPr/>
          <p:nvPr/>
        </p:nvSpPr>
        <p:spPr>
          <a:xfrm>
            <a:off x="7784640" y="2589709"/>
            <a:ext cx="874340" cy="1113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9F52F8C9-A763-DEA3-E827-5BB54488B87B}"/>
              </a:ext>
            </a:extLst>
          </p:cNvPr>
          <p:cNvSpPr/>
          <p:nvPr/>
        </p:nvSpPr>
        <p:spPr>
          <a:xfrm>
            <a:off x="-14299302" y="-8104930"/>
            <a:ext cx="38345808" cy="21945600"/>
          </a:xfrm>
          <a:custGeom>
            <a:avLst/>
            <a:gdLst>
              <a:gd name="connsiteX0" fmla="*/ 18221835 w 38345808"/>
              <a:gd name="connsiteY0" fmla="*/ 10714703 h 21945600"/>
              <a:gd name="connsiteX1" fmla="*/ 16489508 w 38345808"/>
              <a:gd name="connsiteY1" fmla="*/ 11285308 h 21945600"/>
              <a:gd name="connsiteX2" fmla="*/ 18221835 w 38345808"/>
              <a:gd name="connsiteY2" fmla="*/ 11855913 h 21945600"/>
              <a:gd name="connsiteX3" fmla="*/ 19954161 w 38345808"/>
              <a:gd name="connsiteY3" fmla="*/ 11285308 h 21945600"/>
              <a:gd name="connsiteX4" fmla="*/ 18221835 w 38345808"/>
              <a:gd name="connsiteY4" fmla="*/ 10714703 h 21945600"/>
              <a:gd name="connsiteX5" fmla="*/ 0 w 38345808"/>
              <a:gd name="connsiteY5" fmla="*/ 0 h 21945600"/>
              <a:gd name="connsiteX6" fmla="*/ 38345808 w 38345808"/>
              <a:gd name="connsiteY6" fmla="*/ 0 h 21945600"/>
              <a:gd name="connsiteX7" fmla="*/ 38345808 w 38345808"/>
              <a:gd name="connsiteY7" fmla="*/ 21945600 h 21945600"/>
              <a:gd name="connsiteX8" fmla="*/ 0 w 38345808"/>
              <a:gd name="connsiteY8" fmla="*/ 21945600 h 219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45808" h="21945600">
                <a:moveTo>
                  <a:pt x="18221835" y="10714703"/>
                </a:moveTo>
                <a:cubicBezTo>
                  <a:pt x="17265097" y="10714703"/>
                  <a:pt x="16489508" y="10970172"/>
                  <a:pt x="16489508" y="11285308"/>
                </a:cubicBezTo>
                <a:cubicBezTo>
                  <a:pt x="16489508" y="11600444"/>
                  <a:pt x="17265097" y="11855913"/>
                  <a:pt x="18221835" y="11855913"/>
                </a:cubicBezTo>
                <a:cubicBezTo>
                  <a:pt x="19178572" y="11855913"/>
                  <a:pt x="19954161" y="11600444"/>
                  <a:pt x="19954161" y="11285308"/>
                </a:cubicBezTo>
                <a:cubicBezTo>
                  <a:pt x="19954161" y="10970172"/>
                  <a:pt x="19178572" y="10714703"/>
                  <a:pt x="18221835" y="10714703"/>
                </a:cubicBezTo>
                <a:close/>
                <a:moveTo>
                  <a:pt x="0" y="0"/>
                </a:moveTo>
                <a:lnTo>
                  <a:pt x="38345808" y="0"/>
                </a:lnTo>
                <a:lnTo>
                  <a:pt x="38345808" y="21945600"/>
                </a:lnTo>
                <a:lnTo>
                  <a:pt x="0" y="21945600"/>
                </a:lnTo>
                <a:close/>
              </a:path>
            </a:pathLst>
          </a:custGeom>
          <a:solidFill>
            <a:schemeClr val="tx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FBE65A-519D-2551-418C-6F327073157A}"/>
              </a:ext>
            </a:extLst>
          </p:cNvPr>
          <p:cNvSpPr txBox="1"/>
          <p:nvPr/>
        </p:nvSpPr>
        <p:spPr>
          <a:xfrm>
            <a:off x="4176072" y="6008096"/>
            <a:ext cx="1388071" cy="369332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</a:t>
            </a:r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TML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F8FA9F-15E3-C411-912A-01A13BAFD5E4}"/>
              </a:ext>
            </a:extLst>
          </p:cNvPr>
          <p:cNvSpPr txBox="1"/>
          <p:nvPr/>
        </p:nvSpPr>
        <p:spPr>
          <a:xfrm>
            <a:off x="5564143" y="6017767"/>
            <a:ext cx="641354" cy="369332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CSS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18D890-EFD6-AACC-B6CC-A7B1FEE32798}"/>
              </a:ext>
            </a:extLst>
          </p:cNvPr>
          <p:cNvSpPr/>
          <p:nvPr/>
        </p:nvSpPr>
        <p:spPr>
          <a:xfrm>
            <a:off x="4360401" y="3042410"/>
            <a:ext cx="483461" cy="39516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410AA9-C75E-0DAD-7946-73F6E4C680B5}"/>
              </a:ext>
            </a:extLst>
          </p:cNvPr>
          <p:cNvSpPr txBox="1"/>
          <p:nvPr/>
        </p:nvSpPr>
        <p:spPr>
          <a:xfrm>
            <a:off x="4343936" y="3087612"/>
            <a:ext cx="568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err="1">
                <a:solidFill>
                  <a:schemeClr val="bg1"/>
                </a:solidFill>
              </a:rPr>
              <a:t>css</a:t>
            </a:r>
            <a:endParaRPr lang="en-IE" sz="8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859513-ADBC-DBA2-949F-8819A51755BF}"/>
              </a:ext>
            </a:extLst>
          </p:cNvPr>
          <p:cNvSpPr txBox="1"/>
          <p:nvPr/>
        </p:nvSpPr>
        <p:spPr>
          <a:xfrm>
            <a:off x="7841056" y="2902981"/>
            <a:ext cx="735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 err="1"/>
              <a:t>Book.dao</a:t>
            </a:r>
            <a:endParaRPr lang="en-IE" sz="1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69A6AF5-363A-D045-A27E-1EA4DBD2DF1E}"/>
              </a:ext>
            </a:extLst>
          </p:cNvPr>
          <p:cNvCxnSpPr>
            <a:cxnSpLocks/>
          </p:cNvCxnSpPr>
          <p:nvPr/>
        </p:nvCxnSpPr>
        <p:spPr>
          <a:xfrm flipH="1">
            <a:off x="8348441" y="1372665"/>
            <a:ext cx="824499" cy="122840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7D2F4CE-EB8F-8E72-22F3-E22DDA01433D}"/>
              </a:ext>
            </a:extLst>
          </p:cNvPr>
          <p:cNvCxnSpPr>
            <a:cxnSpLocks/>
          </p:cNvCxnSpPr>
          <p:nvPr/>
        </p:nvCxnSpPr>
        <p:spPr>
          <a:xfrm flipH="1">
            <a:off x="4536486" y="1300376"/>
            <a:ext cx="4270457" cy="135751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85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CD41-A3DD-3039-F094-B6990C970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Order of play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4F33-3E0C-2D35-3398-6F4640286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38325"/>
            <a:ext cx="10058400" cy="4333875"/>
          </a:xfrm>
        </p:spPr>
        <p:txBody>
          <a:bodyPr>
            <a:normAutofit/>
          </a:bodyPr>
          <a:lstStyle/>
          <a:p>
            <a:r>
              <a:rPr lang="en-GB" dirty="0"/>
              <a:t>Decide on the entity you are going to use</a:t>
            </a:r>
          </a:p>
          <a:p>
            <a:r>
              <a:rPr lang="en-GB" dirty="0"/>
              <a:t>Decide on the API you are going to have</a:t>
            </a:r>
          </a:p>
          <a:p>
            <a:r>
              <a:rPr lang="en-GB" dirty="0"/>
              <a:t>Create the database table</a:t>
            </a:r>
          </a:p>
          <a:p>
            <a:r>
              <a:rPr lang="en-GB" dirty="0"/>
              <a:t>Write the DAO and test it</a:t>
            </a:r>
          </a:p>
          <a:p>
            <a:r>
              <a:rPr lang="en-GB" dirty="0"/>
              <a:t>Write the Flask end points for the API and test them (server.py)</a:t>
            </a:r>
          </a:p>
          <a:p>
            <a:r>
              <a:rPr lang="en-GB" dirty="0"/>
              <a:t>Connect the endpoints to the DAO and test (server.py)</a:t>
            </a:r>
          </a:p>
          <a:p>
            <a:r>
              <a:rPr lang="en-GB" dirty="0"/>
              <a:t>Make a front end (HTML)</a:t>
            </a:r>
          </a:p>
          <a:p>
            <a:r>
              <a:rPr lang="en-GB" dirty="0"/>
              <a:t>Make the functionality for the front end with JavaScript (app.js)</a:t>
            </a:r>
          </a:p>
          <a:p>
            <a:r>
              <a:rPr lang="en-GB" dirty="0"/>
              <a:t>Call the API in the </a:t>
            </a:r>
            <a:r>
              <a:rPr lang="en-GB" dirty="0" err="1"/>
              <a:t>javascript</a:t>
            </a:r>
            <a:r>
              <a:rPr lang="en-GB" dirty="0"/>
              <a:t>, using AJAX  (app.js) (relative addresses are better)</a:t>
            </a:r>
          </a:p>
          <a:p>
            <a:r>
              <a:rPr lang="en-GB" dirty="0"/>
              <a:t>Make it look nice (</a:t>
            </a:r>
            <a:r>
              <a:rPr lang="en-GB" dirty="0" err="1"/>
              <a:t>css</a:t>
            </a:r>
            <a:r>
              <a:rPr lang="en-GB" dirty="0"/>
              <a:t>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49204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87E50-FD1C-407A-4425-84CED1E49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018" y="2752103"/>
            <a:ext cx="5715963" cy="1353793"/>
          </a:xfrm>
        </p:spPr>
        <p:txBody>
          <a:bodyPr/>
          <a:lstStyle/>
          <a:p>
            <a:r>
              <a:rPr lang="en-GB" dirty="0"/>
              <a:t>Go forth and Create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170229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50</TotalTime>
  <Words>379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Rockwell</vt:lpstr>
      <vt:lpstr>Rockwell Condensed</vt:lpstr>
      <vt:lpstr>Wingdings</vt:lpstr>
      <vt:lpstr>Wood Type</vt:lpstr>
      <vt:lpstr>Putting it together</vt:lpstr>
      <vt:lpstr>How to eat an Elephant</vt:lpstr>
      <vt:lpstr>What is an app-server?  And what is a web-server?</vt:lpstr>
      <vt:lpstr>What is an app-server?  And what is a web-server?</vt:lpstr>
      <vt:lpstr>What is an app-server?  And what is a web-server?</vt:lpstr>
      <vt:lpstr>What is an app-server?  And what is a web-server?</vt:lpstr>
      <vt:lpstr>An Order of play</vt:lpstr>
      <vt:lpstr>Go forth and Create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Beatty</dc:creator>
  <cp:lastModifiedBy>Andrew Beatty</cp:lastModifiedBy>
  <cp:revision>1</cp:revision>
  <dcterms:created xsi:type="dcterms:W3CDTF">2026-03-25T15:52:12Z</dcterms:created>
  <dcterms:modified xsi:type="dcterms:W3CDTF">2026-03-26T15:15:25Z</dcterms:modified>
</cp:coreProperties>
</file>