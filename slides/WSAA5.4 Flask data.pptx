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83" r:id="rId3"/>
    <p:sldId id="267" r:id="rId4"/>
    <p:sldId id="280" r:id="rId5"/>
    <p:sldId id="285" r:id="rId6"/>
    <p:sldId id="266" r:id="rId7"/>
    <p:sldId id="284" r:id="rId8"/>
    <p:sldId id="268" r:id="rId9"/>
    <p:sldId id="269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ED63A-C6E5-427E-88B4-35AB3EDF76A6}" v="12" dt="2024-02-28T18:48:51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C32ED63A-C6E5-427E-88B4-35AB3EDF76A6}"/>
    <pc:docChg chg="custSel modSld">
      <pc:chgData name="Andrew Beatty" userId="ddf183e3-d1da-49e1-9619-81ceb6b4ef92" providerId="ADAL" clId="{C32ED63A-C6E5-427E-88B4-35AB3EDF76A6}" dt="2024-02-28T18:48:51.296" v="31"/>
      <pc:docMkLst>
        <pc:docMk/>
      </pc:docMkLst>
      <pc:sldChg chg="addSp delSp modSp mod modTransition modAnim">
        <pc:chgData name="Andrew Beatty" userId="ddf183e3-d1da-49e1-9619-81ceb6b4ef92" providerId="ADAL" clId="{C32ED63A-C6E5-427E-88B4-35AB3EDF76A6}" dt="2024-02-28T18:21:24.791" v="25"/>
        <pc:sldMkLst>
          <pc:docMk/>
          <pc:sldMk cId="715115145" sldId="256"/>
        </pc:sldMkLst>
        <pc:spChg chg="mod">
          <ac:chgData name="Andrew Beatty" userId="ddf183e3-d1da-49e1-9619-81ceb6b4ef92" providerId="ADAL" clId="{C32ED63A-C6E5-427E-88B4-35AB3EDF76A6}" dt="2024-02-28T12:27:19.305" v="5" actId="20577"/>
          <ac:spMkLst>
            <pc:docMk/>
            <pc:sldMk cId="715115145" sldId="256"/>
            <ac:spMk id="2" creationId="{2B1539A4-D44D-49B2-B0D1-95366E5C4EF6}"/>
          </ac:spMkLst>
        </pc:spChg>
        <pc:spChg chg="mod">
          <ac:chgData name="Andrew Beatty" userId="ddf183e3-d1da-49e1-9619-81ceb6b4ef92" providerId="ADAL" clId="{C32ED63A-C6E5-427E-88B4-35AB3EDF76A6}" dt="2024-02-28T12:27:22.896" v="6"/>
          <ac:spMkLst>
            <pc:docMk/>
            <pc:sldMk cId="715115145" sldId="256"/>
            <ac:spMk id="3" creationId="{1CF98235-7A08-4023-9E21-3260E66B284B}"/>
          </ac:spMkLst>
        </pc:spChg>
        <pc:spChg chg="add mod">
          <ac:chgData name="Andrew Beatty" userId="ddf183e3-d1da-49e1-9619-81ceb6b4ef92" providerId="ADAL" clId="{C32ED63A-C6E5-427E-88B4-35AB3EDF76A6}" dt="2024-02-28T12:28:57.321" v="11" actId="20577"/>
          <ac:spMkLst>
            <pc:docMk/>
            <pc:sldMk cId="715115145" sldId="256"/>
            <ac:spMk id="4" creationId="{9EA47727-B4FF-DA65-55B3-230F7F0464CF}"/>
          </ac:spMkLst>
        </pc:spChg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715115145" sldId="256"/>
            <ac:picMk id="5" creationId="{3FD15783-E9CC-ADE3-7BE6-703912AD8B93}"/>
          </ac:picMkLst>
        </pc:picChg>
        <pc:picChg chg="add del mod ord">
          <ac:chgData name="Andrew Beatty" userId="ddf183e3-d1da-49e1-9619-81ceb6b4ef92" providerId="ADAL" clId="{C32ED63A-C6E5-427E-88B4-35AB3EDF76A6}" dt="2024-02-28T18:21:24.791" v="25"/>
          <ac:picMkLst>
            <pc:docMk/>
            <pc:sldMk cId="715115145" sldId="256"/>
            <ac:picMk id="8" creationId="{D32B3EAE-FC57-E44D-E9DC-48FB74872B96}"/>
          </ac:picMkLst>
        </pc:picChg>
        <pc:picChg chg="add mod">
          <ac:chgData name="Andrew Beatty" userId="ddf183e3-d1da-49e1-9619-81ceb6b4ef92" providerId="ADAL" clId="{C32ED63A-C6E5-427E-88B4-35AB3EDF76A6}" dt="2024-02-28T18:21:24.791" v="25"/>
          <ac:picMkLst>
            <pc:docMk/>
            <pc:sldMk cId="715115145" sldId="256"/>
            <ac:picMk id="9" creationId="{5414A1F7-6387-7C54-E147-1C6CB76BF75A}"/>
          </ac:picMkLst>
        </pc:picChg>
      </pc:sldChg>
      <pc:sldChg chg="addSp delSp modSp mod modTransition modAnim">
        <pc:chgData name="Andrew Beatty" userId="ddf183e3-d1da-49e1-9619-81ceb6b4ef92" providerId="ADAL" clId="{C32ED63A-C6E5-427E-88B4-35AB3EDF76A6}" dt="2024-02-28T18:41:54.142" v="29"/>
        <pc:sldMkLst>
          <pc:docMk/>
          <pc:sldMk cId="1660759966" sldId="266"/>
        </pc:sldMkLst>
        <pc:picChg chg="add del mod">
          <ac:chgData name="Andrew Beatty" userId="ddf183e3-d1da-49e1-9619-81ceb6b4ef92" providerId="ADAL" clId="{C32ED63A-C6E5-427E-88B4-35AB3EDF76A6}" dt="2024-02-28T18:41:54.142" v="29"/>
          <ac:picMkLst>
            <pc:docMk/>
            <pc:sldMk cId="1660759966" sldId="266"/>
            <ac:picMk id="4" creationId="{0F0985C6-FECB-0937-7D5B-84100B092808}"/>
          </ac:picMkLst>
        </pc:picChg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1660759966" sldId="266"/>
            <ac:picMk id="5" creationId="{8B2EBE4B-F249-6DDD-5EE9-E1D0D0048EE4}"/>
          </ac:picMkLst>
        </pc:picChg>
        <pc:picChg chg="add mod">
          <ac:chgData name="Andrew Beatty" userId="ddf183e3-d1da-49e1-9619-81ceb6b4ef92" providerId="ADAL" clId="{C32ED63A-C6E5-427E-88B4-35AB3EDF76A6}" dt="2024-02-28T18:41:54.142" v="29"/>
          <ac:picMkLst>
            <pc:docMk/>
            <pc:sldMk cId="1660759966" sldId="266"/>
            <ac:picMk id="6" creationId="{0099104C-386E-4C44-C570-7F3BB105553E}"/>
          </ac:picMkLst>
        </pc:picChg>
      </pc:sldChg>
      <pc:sldChg chg="addSp delSp modSp mod modTransition modAnim">
        <pc:chgData name="Andrew Beatty" userId="ddf183e3-d1da-49e1-9619-81ceb6b4ef92" providerId="ADAL" clId="{C32ED63A-C6E5-427E-88B4-35AB3EDF76A6}" dt="2024-02-28T18:24:40.351" v="26"/>
        <pc:sldMkLst>
          <pc:docMk/>
          <pc:sldMk cId="450295305" sldId="267"/>
        </pc:sldMkLst>
        <pc:picChg chg="add del mod">
          <ac:chgData name="Andrew Beatty" userId="ddf183e3-d1da-49e1-9619-81ceb6b4ef92" providerId="ADAL" clId="{C32ED63A-C6E5-427E-88B4-35AB3EDF76A6}" dt="2024-02-28T18:24:40.351" v="26"/>
          <ac:picMkLst>
            <pc:docMk/>
            <pc:sldMk cId="450295305" sldId="267"/>
            <ac:picMk id="6" creationId="{1E552771-E9F0-F863-EA6F-C5B7AE9998D5}"/>
          </ac:picMkLst>
        </pc:picChg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450295305" sldId="267"/>
            <ac:picMk id="7" creationId="{300F2376-1E0B-5306-96C4-FA47C038228C}"/>
          </ac:picMkLst>
        </pc:picChg>
        <pc:picChg chg="add mod">
          <ac:chgData name="Andrew Beatty" userId="ddf183e3-d1da-49e1-9619-81ceb6b4ef92" providerId="ADAL" clId="{C32ED63A-C6E5-427E-88B4-35AB3EDF76A6}" dt="2024-02-28T18:24:40.351" v="26"/>
          <ac:picMkLst>
            <pc:docMk/>
            <pc:sldMk cId="450295305" sldId="267"/>
            <ac:picMk id="8" creationId="{6976C425-2248-F717-3EE3-884DA633C597}"/>
          </ac:picMkLst>
        </pc:picChg>
      </pc:sldChg>
      <pc:sldChg chg="addSp delSp modSp mod modTransition modAnim">
        <pc:chgData name="Andrew Beatty" userId="ddf183e3-d1da-49e1-9619-81ceb6b4ef92" providerId="ADAL" clId="{C32ED63A-C6E5-427E-88B4-35AB3EDF76A6}" dt="2024-02-28T18:48:51.296" v="31"/>
        <pc:sldMkLst>
          <pc:docMk/>
          <pc:sldMk cId="1214736292" sldId="268"/>
        </pc:sldMkLst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1214736292" sldId="268"/>
            <ac:picMk id="5" creationId="{40F5F0B6-39F4-4681-1960-9C4FFB780F15}"/>
          </ac:picMkLst>
        </pc:picChg>
        <pc:picChg chg="add del mod">
          <ac:chgData name="Andrew Beatty" userId="ddf183e3-d1da-49e1-9619-81ceb6b4ef92" providerId="ADAL" clId="{C32ED63A-C6E5-427E-88B4-35AB3EDF76A6}" dt="2024-02-28T18:48:51.296" v="31"/>
          <ac:picMkLst>
            <pc:docMk/>
            <pc:sldMk cId="1214736292" sldId="268"/>
            <ac:picMk id="6" creationId="{22129B7C-C585-64F5-4280-8BA450095FC8}"/>
          </ac:picMkLst>
        </pc:picChg>
        <pc:picChg chg="add mod">
          <ac:chgData name="Andrew Beatty" userId="ddf183e3-d1da-49e1-9619-81ceb6b4ef92" providerId="ADAL" clId="{C32ED63A-C6E5-427E-88B4-35AB3EDF76A6}" dt="2024-02-28T18:48:51.296" v="31"/>
          <ac:picMkLst>
            <pc:docMk/>
            <pc:sldMk cId="1214736292" sldId="268"/>
            <ac:picMk id="7" creationId="{80A6497D-DB5C-950C-15CE-68E8A502869A}"/>
          </ac:picMkLst>
        </pc:picChg>
      </pc:sldChg>
      <pc:sldChg chg="addSp delSp modSp mod modTransition modAnim">
        <pc:chgData name="Andrew Beatty" userId="ddf183e3-d1da-49e1-9619-81ceb6b4ef92" providerId="ADAL" clId="{C32ED63A-C6E5-427E-88B4-35AB3EDF76A6}" dt="2024-02-28T18:48:51.296" v="31"/>
        <pc:sldMkLst>
          <pc:docMk/>
          <pc:sldMk cId="1614615274" sldId="269"/>
        </pc:sldMkLst>
        <pc:picChg chg="add del mod">
          <ac:chgData name="Andrew Beatty" userId="ddf183e3-d1da-49e1-9619-81ceb6b4ef92" providerId="ADAL" clId="{C32ED63A-C6E5-427E-88B4-35AB3EDF76A6}" dt="2024-02-28T18:48:51.296" v="31"/>
          <ac:picMkLst>
            <pc:docMk/>
            <pc:sldMk cId="1614615274" sldId="269"/>
            <ac:picMk id="4" creationId="{D5F9CAB0-8D74-8F99-A326-680204DD3B48}"/>
          </ac:picMkLst>
        </pc:picChg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1614615274" sldId="269"/>
            <ac:picMk id="5" creationId="{C5C0C5FD-6816-6D96-13CA-E91C94415A55}"/>
          </ac:picMkLst>
        </pc:picChg>
        <pc:picChg chg="add mod">
          <ac:chgData name="Andrew Beatty" userId="ddf183e3-d1da-49e1-9619-81ceb6b4ef92" providerId="ADAL" clId="{C32ED63A-C6E5-427E-88B4-35AB3EDF76A6}" dt="2024-02-28T18:48:51.296" v="31"/>
          <ac:picMkLst>
            <pc:docMk/>
            <pc:sldMk cId="1614615274" sldId="269"/>
            <ac:picMk id="6" creationId="{5E068032-664B-031A-CAD2-1DC3DF02A1BE}"/>
          </ac:picMkLst>
        </pc:picChg>
      </pc:sldChg>
      <pc:sldChg chg="addSp delSp modSp mod modTransition delAnim modAnim">
        <pc:chgData name="Andrew Beatty" userId="ddf183e3-d1da-49e1-9619-81ceb6b4ef92" providerId="ADAL" clId="{C32ED63A-C6E5-427E-88B4-35AB3EDF76A6}" dt="2024-02-28T18:33:08.347" v="27"/>
        <pc:sldMkLst>
          <pc:docMk/>
          <pc:sldMk cId="1101161472" sldId="280"/>
        </pc:sldMkLst>
        <pc:picChg chg="del">
          <ac:chgData name="Andrew Beatty" userId="ddf183e3-d1da-49e1-9619-81ceb6b4ef92" providerId="ADAL" clId="{C32ED63A-C6E5-427E-88B4-35AB3EDF76A6}" dt="2024-02-28T18:18:42.032" v="12" actId="478"/>
          <ac:picMkLst>
            <pc:docMk/>
            <pc:sldMk cId="1101161472" sldId="280"/>
            <ac:picMk id="2" creationId="{C563A456-8D03-8438-1B86-FD4F2AF0FA57}"/>
          </ac:picMkLst>
        </pc:picChg>
        <pc:picChg chg="add mod">
          <ac:chgData name="Andrew Beatty" userId="ddf183e3-d1da-49e1-9619-81ceb6b4ef92" providerId="ADAL" clId="{C32ED63A-C6E5-427E-88B4-35AB3EDF76A6}" dt="2024-02-28T18:33:08.347" v="27"/>
          <ac:picMkLst>
            <pc:docMk/>
            <pc:sldMk cId="1101161472" sldId="280"/>
            <ac:picMk id="3" creationId="{D8D116AE-A3F0-F0A9-9A5C-03B119C9F091}"/>
          </ac:picMkLst>
        </pc:picChg>
      </pc:sldChg>
      <pc:sldChg chg="addSp delSp modSp mod modTransition modAnim">
        <pc:chgData name="Andrew Beatty" userId="ddf183e3-d1da-49e1-9619-81ceb6b4ef92" providerId="ADAL" clId="{C32ED63A-C6E5-427E-88B4-35AB3EDF76A6}" dt="2024-02-28T18:48:51.296" v="31"/>
        <pc:sldMkLst>
          <pc:docMk/>
          <pc:sldMk cId="3320891982" sldId="282"/>
        </pc:sldMkLst>
        <pc:picChg chg="add del mod">
          <ac:chgData name="Andrew Beatty" userId="ddf183e3-d1da-49e1-9619-81ceb6b4ef92" providerId="ADAL" clId="{C32ED63A-C6E5-427E-88B4-35AB3EDF76A6}" dt="2024-02-28T18:48:51.296" v="31"/>
          <ac:picMkLst>
            <pc:docMk/>
            <pc:sldMk cId="3320891982" sldId="282"/>
            <ac:picMk id="4" creationId="{07B5DF90-9257-A26C-1625-482825638B49}"/>
          </ac:picMkLst>
        </pc:picChg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3320891982" sldId="282"/>
            <ac:picMk id="5" creationId="{141F6824-F0D2-5764-B95C-E90ABF757E23}"/>
          </ac:picMkLst>
        </pc:picChg>
        <pc:picChg chg="add mod">
          <ac:chgData name="Andrew Beatty" userId="ddf183e3-d1da-49e1-9619-81ceb6b4ef92" providerId="ADAL" clId="{C32ED63A-C6E5-427E-88B4-35AB3EDF76A6}" dt="2024-02-28T18:48:51.296" v="31"/>
          <ac:picMkLst>
            <pc:docMk/>
            <pc:sldMk cId="3320891982" sldId="282"/>
            <ac:picMk id="6" creationId="{69D7EA6A-4E0A-E277-D4B5-820826A829D5}"/>
          </ac:picMkLst>
        </pc:picChg>
      </pc:sldChg>
      <pc:sldChg chg="addSp delSp modSp mod modTransition modAnim">
        <pc:chgData name="Andrew Beatty" userId="ddf183e3-d1da-49e1-9619-81ceb6b4ef92" providerId="ADAL" clId="{C32ED63A-C6E5-427E-88B4-35AB3EDF76A6}" dt="2024-02-28T18:24:40.351" v="26"/>
        <pc:sldMkLst>
          <pc:docMk/>
          <pc:sldMk cId="68542398" sldId="283"/>
        </pc:sldMkLst>
        <pc:picChg chg="del">
          <ac:chgData name="Andrew Beatty" userId="ddf183e3-d1da-49e1-9619-81ceb6b4ef92" providerId="ADAL" clId="{C32ED63A-C6E5-427E-88B4-35AB3EDF76A6}" dt="2024-02-28T18:20:47.344" v="24"/>
          <ac:picMkLst>
            <pc:docMk/>
            <pc:sldMk cId="68542398" sldId="283"/>
            <ac:picMk id="5" creationId="{B3295526-A936-B933-6989-DD6DB2EC85DB}"/>
          </ac:picMkLst>
        </pc:picChg>
        <pc:picChg chg="add del mod">
          <ac:chgData name="Andrew Beatty" userId="ddf183e3-d1da-49e1-9619-81ceb6b4ef92" providerId="ADAL" clId="{C32ED63A-C6E5-427E-88B4-35AB3EDF76A6}" dt="2024-02-28T18:24:40.351" v="26"/>
          <ac:picMkLst>
            <pc:docMk/>
            <pc:sldMk cId="68542398" sldId="283"/>
            <ac:picMk id="6" creationId="{2F1DF4C7-2AB0-019A-82D5-2591D15904E9}"/>
          </ac:picMkLst>
        </pc:picChg>
        <pc:picChg chg="add mod">
          <ac:chgData name="Andrew Beatty" userId="ddf183e3-d1da-49e1-9619-81ceb6b4ef92" providerId="ADAL" clId="{C32ED63A-C6E5-427E-88B4-35AB3EDF76A6}" dt="2024-02-28T18:24:40.351" v="26"/>
          <ac:picMkLst>
            <pc:docMk/>
            <pc:sldMk cId="68542398" sldId="283"/>
            <ac:picMk id="7" creationId="{8A013DE5-719D-FE67-EDC4-6D303986ED87}"/>
          </ac:picMkLst>
        </pc:picChg>
      </pc:sldChg>
      <pc:sldChg chg="addSp delSp modSp mod modTransition delAnim modAnim">
        <pc:chgData name="Andrew Beatty" userId="ddf183e3-d1da-49e1-9619-81ceb6b4ef92" providerId="ADAL" clId="{C32ED63A-C6E5-427E-88B4-35AB3EDF76A6}" dt="2024-02-28T18:45:53.489" v="30"/>
        <pc:sldMkLst>
          <pc:docMk/>
          <pc:sldMk cId="3915836961" sldId="284"/>
        </pc:sldMkLst>
        <pc:spChg chg="add del mod">
          <ac:chgData name="Andrew Beatty" userId="ddf183e3-d1da-49e1-9619-81ceb6b4ef92" providerId="ADAL" clId="{C32ED63A-C6E5-427E-88B4-35AB3EDF76A6}" dt="2024-02-28T18:45:53.489" v="30"/>
          <ac:spMkLst>
            <pc:docMk/>
            <pc:sldMk cId="3915836961" sldId="284"/>
            <ac:spMk id="5" creationId="{3F6A3589-7665-0008-B15B-0C4A660A0261}"/>
          </ac:spMkLst>
        </pc:spChg>
        <pc:picChg chg="del">
          <ac:chgData name="Andrew Beatty" userId="ddf183e3-d1da-49e1-9619-81ceb6b4ef92" providerId="ADAL" clId="{C32ED63A-C6E5-427E-88B4-35AB3EDF76A6}" dt="2024-02-28T18:19:15.245" v="14" actId="478"/>
          <ac:picMkLst>
            <pc:docMk/>
            <pc:sldMk cId="3915836961" sldId="284"/>
            <ac:picMk id="4" creationId="{E98457D5-A3BB-5955-12D7-1F1BC6EB615D}"/>
          </ac:picMkLst>
        </pc:picChg>
        <pc:picChg chg="add mod">
          <ac:chgData name="Andrew Beatty" userId="ddf183e3-d1da-49e1-9619-81ceb6b4ef92" providerId="ADAL" clId="{C32ED63A-C6E5-427E-88B4-35AB3EDF76A6}" dt="2024-02-28T18:20:46.428" v="20" actId="34307"/>
          <ac:picMkLst>
            <pc:docMk/>
            <pc:sldMk cId="3915836961" sldId="284"/>
            <ac:picMk id="6" creationId="{7BE781E5-1F20-ABAF-97CB-D872D9E3B6FF}"/>
          </ac:picMkLst>
        </pc:picChg>
        <pc:picChg chg="add mod">
          <ac:chgData name="Andrew Beatty" userId="ddf183e3-d1da-49e1-9619-81ceb6b4ef92" providerId="ADAL" clId="{C32ED63A-C6E5-427E-88B4-35AB3EDF76A6}" dt="2024-02-28T18:45:53.489" v="30"/>
          <ac:picMkLst>
            <pc:docMk/>
            <pc:sldMk cId="3915836961" sldId="284"/>
            <ac:picMk id="7" creationId="{61B054A9-A096-3FBF-6CF8-13F151DAF9FE}"/>
          </ac:picMkLst>
        </pc:picChg>
      </pc:sldChg>
      <pc:sldChg chg="addSp delSp modSp mod modTransition delAnim modAnim">
        <pc:chgData name="Andrew Beatty" userId="ddf183e3-d1da-49e1-9619-81ceb6b4ef92" providerId="ADAL" clId="{C32ED63A-C6E5-427E-88B4-35AB3EDF76A6}" dt="2024-02-28T18:40:07.413" v="28"/>
        <pc:sldMkLst>
          <pc:docMk/>
          <pc:sldMk cId="3547023043" sldId="285"/>
        </pc:sldMkLst>
        <pc:picChg chg="add mod">
          <ac:chgData name="Andrew Beatty" userId="ddf183e3-d1da-49e1-9619-81ceb6b4ef92" providerId="ADAL" clId="{C32ED63A-C6E5-427E-88B4-35AB3EDF76A6}" dt="2024-02-28T18:20:46.426" v="18" actId="34307"/>
          <ac:picMkLst>
            <pc:docMk/>
            <pc:sldMk cId="3547023043" sldId="285"/>
            <ac:picMk id="3" creationId="{DF28A33C-4EF0-F7A9-E1F1-98C34E1A47D6}"/>
          </ac:picMkLst>
        </pc:picChg>
        <pc:picChg chg="del">
          <ac:chgData name="Andrew Beatty" userId="ddf183e3-d1da-49e1-9619-81ceb6b4ef92" providerId="ADAL" clId="{C32ED63A-C6E5-427E-88B4-35AB3EDF76A6}" dt="2024-02-28T18:18:45.148" v="13" actId="478"/>
          <ac:picMkLst>
            <pc:docMk/>
            <pc:sldMk cId="3547023043" sldId="285"/>
            <ac:picMk id="4" creationId="{7213EAA3-A0C8-E7A3-1D12-2C8371B5BC84}"/>
          </ac:picMkLst>
        </pc:picChg>
        <pc:picChg chg="add mod">
          <ac:chgData name="Andrew Beatty" userId="ddf183e3-d1da-49e1-9619-81ceb6b4ef92" providerId="ADAL" clId="{C32ED63A-C6E5-427E-88B4-35AB3EDF76A6}" dt="2024-02-28T18:40:07.413" v="28"/>
          <ac:picMkLst>
            <pc:docMk/>
            <pc:sldMk cId="3547023043" sldId="285"/>
            <ac:picMk id="5" creationId="{8E00C98D-7248-26AA-C486-EE4806504DAF}"/>
          </ac:picMkLst>
        </pc:picChg>
      </pc:sldChg>
    </pc:docChg>
  </pc:docChgLst>
  <pc:docChgLst>
    <pc:chgData name="Andrew Beatty" userId="ddf183e3-d1da-49e1-9619-81ceb6b4ef92" providerId="ADAL" clId="{50329CCC-3912-4054-A1C1-9DA9CFE850CF}"/>
    <pc:docChg chg="undo custSel addSld delSld modSld sldOrd">
      <pc:chgData name="Andrew Beatty" userId="ddf183e3-d1da-49e1-9619-81ceb6b4ef92" providerId="ADAL" clId="{50329CCC-3912-4054-A1C1-9DA9CFE850CF}" dt="2022-11-08T14:47:23.362" v="766"/>
      <pc:docMkLst>
        <pc:docMk/>
      </pc:docMkLst>
      <pc:sldChg chg="addSp delSp modSp mod modTransition modAnim">
        <pc:chgData name="Andrew Beatty" userId="ddf183e3-d1da-49e1-9619-81ceb6b4ef92" providerId="ADAL" clId="{50329CCC-3912-4054-A1C1-9DA9CFE850CF}" dt="2022-11-08T14:15:50.136" v="615"/>
        <pc:sldMkLst>
          <pc:docMk/>
          <pc:sldMk cId="715115145" sldId="256"/>
        </pc:sldMkLst>
        <pc:spChg chg="mod">
          <ac:chgData name="Andrew Beatty" userId="ddf183e3-d1da-49e1-9619-81ceb6b4ef92" providerId="ADAL" clId="{50329CCC-3912-4054-A1C1-9DA9CFE850CF}" dt="2022-11-08T13:39:45.332" v="6" actId="20577"/>
          <ac:spMkLst>
            <pc:docMk/>
            <pc:sldMk cId="715115145" sldId="256"/>
            <ac:spMk id="2" creationId="{2B1539A4-D44D-49B2-B0D1-95366E5C4EF6}"/>
          </ac:spMkLst>
        </pc:spChg>
        <pc:spChg chg="mod">
          <ac:chgData name="Andrew Beatty" userId="ddf183e3-d1da-49e1-9619-81ceb6b4ef92" providerId="ADAL" clId="{50329CCC-3912-4054-A1C1-9DA9CFE850CF}" dt="2022-11-08T13:39:56.262" v="16"/>
          <ac:spMkLst>
            <pc:docMk/>
            <pc:sldMk cId="715115145" sldId="256"/>
            <ac:spMk id="3" creationId="{1CF98235-7A08-4023-9E21-3260E66B284B}"/>
          </ac:spMkLst>
        </pc:spChg>
        <pc:picChg chg="del">
          <ac:chgData name="Andrew Beatty" userId="ddf183e3-d1da-49e1-9619-81ceb6b4ef92" providerId="ADAL" clId="{50329CCC-3912-4054-A1C1-9DA9CFE850CF}" dt="2022-11-08T13:51:37.226" v="347"/>
          <ac:picMkLst>
            <pc:docMk/>
            <pc:sldMk cId="715115145" sldId="256"/>
            <ac:picMk id="4" creationId="{279568C4-287C-42AE-B190-C633251E80E0}"/>
          </ac:picMkLst>
        </pc:picChg>
        <pc:picChg chg="add mod">
          <ac:chgData name="Andrew Beatty" userId="ddf183e3-d1da-49e1-9619-81ceb6b4ef92" providerId="ADAL" clId="{50329CCC-3912-4054-A1C1-9DA9CFE850CF}" dt="2022-11-08T14:15:50.136" v="615"/>
          <ac:picMkLst>
            <pc:docMk/>
            <pc:sldMk cId="715115145" sldId="256"/>
            <ac:picMk id="5" creationId="{3FD15783-E9CC-ADE3-7BE6-703912AD8B93}"/>
          </ac:picMkLst>
        </pc:picChg>
      </pc:sldChg>
      <pc:sldChg chg="del">
        <pc:chgData name="Andrew Beatty" userId="ddf183e3-d1da-49e1-9619-81ceb6b4ef92" providerId="ADAL" clId="{50329CCC-3912-4054-A1C1-9DA9CFE850CF}" dt="2022-11-08T13:40:15.984" v="18" actId="47"/>
        <pc:sldMkLst>
          <pc:docMk/>
          <pc:sldMk cId="1798838763" sldId="258"/>
        </pc:sldMkLst>
      </pc:sldChg>
      <pc:sldChg chg="del">
        <pc:chgData name="Andrew Beatty" userId="ddf183e3-d1da-49e1-9619-81ceb6b4ef92" providerId="ADAL" clId="{50329CCC-3912-4054-A1C1-9DA9CFE850CF}" dt="2022-11-08T13:40:11.462" v="17" actId="47"/>
        <pc:sldMkLst>
          <pc:docMk/>
          <pc:sldMk cId="3094609968" sldId="259"/>
        </pc:sldMkLst>
      </pc:sldChg>
      <pc:sldChg chg="del">
        <pc:chgData name="Andrew Beatty" userId="ddf183e3-d1da-49e1-9619-81ceb6b4ef92" providerId="ADAL" clId="{50329CCC-3912-4054-A1C1-9DA9CFE850CF}" dt="2022-11-08T13:40:17.298" v="19" actId="47"/>
        <pc:sldMkLst>
          <pc:docMk/>
          <pc:sldMk cId="2875544619" sldId="261"/>
        </pc:sldMkLst>
      </pc:sldChg>
      <pc:sldChg chg="del">
        <pc:chgData name="Andrew Beatty" userId="ddf183e3-d1da-49e1-9619-81ceb6b4ef92" providerId="ADAL" clId="{50329CCC-3912-4054-A1C1-9DA9CFE850CF}" dt="2022-11-08T13:40:18.149" v="20" actId="47"/>
        <pc:sldMkLst>
          <pc:docMk/>
          <pc:sldMk cId="3559764501" sldId="264"/>
        </pc:sldMkLst>
      </pc:sldChg>
      <pc:sldChg chg="del">
        <pc:chgData name="Andrew Beatty" userId="ddf183e3-d1da-49e1-9619-81ceb6b4ef92" providerId="ADAL" clId="{50329CCC-3912-4054-A1C1-9DA9CFE850CF}" dt="2022-11-08T13:40:22.194" v="26" actId="47"/>
        <pc:sldMkLst>
          <pc:docMk/>
          <pc:sldMk cId="2657593545" sldId="265"/>
        </pc:sldMkLst>
      </pc:sldChg>
      <pc:sldChg chg="addSp delSp modSp mod ord modTransition modAnim">
        <pc:chgData name="Andrew Beatty" userId="ddf183e3-d1da-49e1-9619-81ceb6b4ef92" providerId="ADAL" clId="{50329CCC-3912-4054-A1C1-9DA9CFE850CF}" dt="2022-11-08T14:41:54.014" v="761"/>
        <pc:sldMkLst>
          <pc:docMk/>
          <pc:sldMk cId="1660759966" sldId="266"/>
        </pc:sldMkLst>
        <pc:spChg chg="mod">
          <ac:chgData name="Andrew Beatty" userId="ddf183e3-d1da-49e1-9619-81ceb6b4ef92" providerId="ADAL" clId="{50329CCC-3912-4054-A1C1-9DA9CFE850CF}" dt="2022-11-08T13:55:00.322" v="401" actId="20577"/>
          <ac:spMkLst>
            <pc:docMk/>
            <pc:sldMk cId="1660759966" sldId="266"/>
            <ac:spMk id="2" creationId="{00000000-0000-0000-0000-000000000000}"/>
          </ac:spMkLst>
        </pc:spChg>
        <pc:spChg chg="mod">
          <ac:chgData name="Andrew Beatty" userId="ddf183e3-d1da-49e1-9619-81ceb6b4ef92" providerId="ADAL" clId="{50329CCC-3912-4054-A1C1-9DA9CFE850CF}" dt="2022-11-08T13:56:26.172" v="614" actId="20577"/>
          <ac:spMkLst>
            <pc:docMk/>
            <pc:sldMk cId="1660759966" sldId="266"/>
            <ac:spMk id="3" creationId="{00000000-0000-0000-0000-000000000000}"/>
          </ac:spMkLst>
        </pc:spChg>
        <pc:picChg chg="del">
          <ac:chgData name="Andrew Beatty" userId="ddf183e3-d1da-49e1-9619-81ceb6b4ef92" providerId="ADAL" clId="{50329CCC-3912-4054-A1C1-9DA9CFE850CF}" dt="2022-11-08T13:51:37.226" v="347"/>
          <ac:picMkLst>
            <pc:docMk/>
            <pc:sldMk cId="1660759966" sldId="266"/>
            <ac:picMk id="4" creationId="{55AB08CD-B61A-40C2-9A94-E67B6D249FB7}"/>
          </ac:picMkLst>
        </pc:picChg>
        <pc:picChg chg="add mod">
          <ac:chgData name="Andrew Beatty" userId="ddf183e3-d1da-49e1-9619-81ceb6b4ef92" providerId="ADAL" clId="{50329CCC-3912-4054-A1C1-9DA9CFE850CF}" dt="2022-11-08T14:41:54.014" v="761"/>
          <ac:picMkLst>
            <pc:docMk/>
            <pc:sldMk cId="1660759966" sldId="266"/>
            <ac:picMk id="5" creationId="{8B2EBE4B-F249-6DDD-5EE9-E1D0D0048EE4}"/>
          </ac:picMkLst>
        </pc:picChg>
      </pc:sldChg>
      <pc:sldChg chg="addSp delSp modSp mod modTransition delAnim modAnim">
        <pc:chgData name="Andrew Beatty" userId="ddf183e3-d1da-49e1-9619-81ceb6b4ef92" providerId="ADAL" clId="{50329CCC-3912-4054-A1C1-9DA9CFE850CF}" dt="2022-11-08T14:33:02.150" v="743" actId="21"/>
        <pc:sldMkLst>
          <pc:docMk/>
          <pc:sldMk cId="450295305" sldId="267"/>
        </pc:sldMkLst>
        <pc:spChg chg="mod">
          <ac:chgData name="Andrew Beatty" userId="ddf183e3-d1da-49e1-9619-81ceb6b4ef92" providerId="ADAL" clId="{50329CCC-3912-4054-A1C1-9DA9CFE850CF}" dt="2022-11-08T14:21:47.907" v="740" actId="20577"/>
          <ac:spMkLst>
            <pc:docMk/>
            <pc:sldMk cId="450295305" sldId="267"/>
            <ac:spMk id="3" creationId="{00000000-0000-0000-0000-000000000000}"/>
          </ac:spMkLst>
        </pc:spChg>
        <pc:spChg chg="mod">
          <ac:chgData name="Andrew Beatty" userId="ddf183e3-d1da-49e1-9619-81ceb6b4ef92" providerId="ADAL" clId="{50329CCC-3912-4054-A1C1-9DA9CFE850CF}" dt="2022-11-08T14:20:25.795" v="664" actId="20577"/>
          <ac:spMkLst>
            <pc:docMk/>
            <pc:sldMk cId="450295305" sldId="267"/>
            <ac:spMk id="5" creationId="{00000000-0000-0000-0000-000000000000}"/>
          </ac:spMkLst>
        </pc:spChg>
        <pc:picChg chg="del">
          <ac:chgData name="Andrew Beatty" userId="ddf183e3-d1da-49e1-9619-81ceb6b4ef92" providerId="ADAL" clId="{50329CCC-3912-4054-A1C1-9DA9CFE850CF}" dt="2022-11-08T13:51:37.226" v="347"/>
          <ac:picMkLst>
            <pc:docMk/>
            <pc:sldMk cId="450295305" sldId="267"/>
            <ac:picMk id="6" creationId="{48C6B654-B866-4E73-8B7A-A45E1F503961}"/>
          </ac:picMkLst>
        </pc:picChg>
        <pc:picChg chg="add mod">
          <ac:chgData name="Andrew Beatty" userId="ddf183e3-d1da-49e1-9619-81ceb6b4ef92" providerId="ADAL" clId="{50329CCC-3912-4054-A1C1-9DA9CFE850CF}" dt="2022-11-08T14:19:48.551" v="616"/>
          <ac:picMkLst>
            <pc:docMk/>
            <pc:sldMk cId="450295305" sldId="267"/>
            <ac:picMk id="7" creationId="{300F2376-1E0B-5306-96C4-FA47C038228C}"/>
          </ac:picMkLst>
        </pc:picChg>
        <pc:picChg chg="add del mod">
          <ac:chgData name="Andrew Beatty" userId="ddf183e3-d1da-49e1-9619-81ceb6b4ef92" providerId="ADAL" clId="{50329CCC-3912-4054-A1C1-9DA9CFE850CF}" dt="2022-11-08T14:33:02.150" v="743" actId="21"/>
          <ac:picMkLst>
            <pc:docMk/>
            <pc:sldMk cId="450295305" sldId="267"/>
            <ac:picMk id="8" creationId="{93315410-65CE-A008-5F9A-3DEE38C91B5C}"/>
          </ac:picMkLst>
        </pc:picChg>
      </pc:sldChg>
      <pc:sldChg chg="addSp delSp modSp modTransition modAnim">
        <pc:chgData name="Andrew Beatty" userId="ddf183e3-d1da-49e1-9619-81ceb6b4ef92" providerId="ADAL" clId="{50329CCC-3912-4054-A1C1-9DA9CFE850CF}" dt="2022-11-08T14:47:23.362" v="766"/>
        <pc:sldMkLst>
          <pc:docMk/>
          <pc:sldMk cId="1214736292" sldId="268"/>
        </pc:sldMkLst>
        <pc:picChg chg="add mod">
          <ac:chgData name="Andrew Beatty" userId="ddf183e3-d1da-49e1-9619-81ceb6b4ef92" providerId="ADAL" clId="{50329CCC-3912-4054-A1C1-9DA9CFE850CF}" dt="2022-11-08T14:47:23.362" v="766"/>
          <ac:picMkLst>
            <pc:docMk/>
            <pc:sldMk cId="1214736292" sldId="268"/>
            <ac:picMk id="5" creationId="{40F5F0B6-39F4-4681-1960-9C4FFB780F15}"/>
          </ac:picMkLst>
        </pc:picChg>
        <pc:picChg chg="del">
          <ac:chgData name="Andrew Beatty" userId="ddf183e3-d1da-49e1-9619-81ceb6b4ef92" providerId="ADAL" clId="{50329CCC-3912-4054-A1C1-9DA9CFE850CF}" dt="2022-11-08T13:51:37.226" v="347"/>
          <ac:picMkLst>
            <pc:docMk/>
            <pc:sldMk cId="1214736292" sldId="268"/>
            <ac:picMk id="6" creationId="{9E98903E-41C7-4002-8DA2-D18857BADD76}"/>
          </ac:picMkLst>
        </pc:picChg>
      </pc:sldChg>
      <pc:sldChg chg="addSp delSp modSp modTransition modAnim">
        <pc:chgData name="Andrew Beatty" userId="ddf183e3-d1da-49e1-9619-81ceb6b4ef92" providerId="ADAL" clId="{50329CCC-3912-4054-A1C1-9DA9CFE850CF}" dt="2022-11-08T14:47:23.362" v="766"/>
        <pc:sldMkLst>
          <pc:docMk/>
          <pc:sldMk cId="1614615274" sldId="269"/>
        </pc:sldMkLst>
        <pc:picChg chg="del">
          <ac:chgData name="Andrew Beatty" userId="ddf183e3-d1da-49e1-9619-81ceb6b4ef92" providerId="ADAL" clId="{50329CCC-3912-4054-A1C1-9DA9CFE850CF}" dt="2022-11-08T13:51:37.226" v="347"/>
          <ac:picMkLst>
            <pc:docMk/>
            <pc:sldMk cId="1614615274" sldId="269"/>
            <ac:picMk id="4" creationId="{7F000A77-A0F7-49D0-BACF-F595543EF079}"/>
          </ac:picMkLst>
        </pc:picChg>
        <pc:picChg chg="add mod">
          <ac:chgData name="Andrew Beatty" userId="ddf183e3-d1da-49e1-9619-81ceb6b4ef92" providerId="ADAL" clId="{50329CCC-3912-4054-A1C1-9DA9CFE850CF}" dt="2022-11-08T14:47:23.362" v="766"/>
          <ac:picMkLst>
            <pc:docMk/>
            <pc:sldMk cId="1614615274" sldId="269"/>
            <ac:picMk id="5" creationId="{C5C0C5FD-6816-6D96-13CA-E91C94415A55}"/>
          </ac:picMkLst>
        </pc:picChg>
      </pc:sldChg>
      <pc:sldChg chg="del">
        <pc:chgData name="Andrew Beatty" userId="ddf183e3-d1da-49e1-9619-81ceb6b4ef92" providerId="ADAL" clId="{50329CCC-3912-4054-A1C1-9DA9CFE850CF}" dt="2022-11-08T13:40:18.650" v="21" actId="47"/>
        <pc:sldMkLst>
          <pc:docMk/>
          <pc:sldMk cId="3300550694" sldId="271"/>
        </pc:sldMkLst>
      </pc:sldChg>
      <pc:sldChg chg="del">
        <pc:chgData name="Andrew Beatty" userId="ddf183e3-d1da-49e1-9619-81ceb6b4ef92" providerId="ADAL" clId="{50329CCC-3912-4054-A1C1-9DA9CFE850CF}" dt="2022-11-08T13:40:19.269" v="22" actId="47"/>
        <pc:sldMkLst>
          <pc:docMk/>
          <pc:sldMk cId="676431280" sldId="272"/>
        </pc:sldMkLst>
      </pc:sldChg>
      <pc:sldChg chg="del">
        <pc:chgData name="Andrew Beatty" userId="ddf183e3-d1da-49e1-9619-81ceb6b4ef92" providerId="ADAL" clId="{50329CCC-3912-4054-A1C1-9DA9CFE850CF}" dt="2022-11-08T13:40:19.762" v="23" actId="47"/>
        <pc:sldMkLst>
          <pc:docMk/>
          <pc:sldMk cId="3486895257" sldId="273"/>
        </pc:sldMkLst>
      </pc:sldChg>
      <pc:sldChg chg="del">
        <pc:chgData name="Andrew Beatty" userId="ddf183e3-d1da-49e1-9619-81ceb6b4ef92" providerId="ADAL" clId="{50329CCC-3912-4054-A1C1-9DA9CFE850CF}" dt="2022-11-08T13:40:20.983" v="24" actId="47"/>
        <pc:sldMkLst>
          <pc:docMk/>
          <pc:sldMk cId="3040425479" sldId="274"/>
        </pc:sldMkLst>
      </pc:sldChg>
      <pc:sldChg chg="del">
        <pc:chgData name="Andrew Beatty" userId="ddf183e3-d1da-49e1-9619-81ceb6b4ef92" providerId="ADAL" clId="{50329CCC-3912-4054-A1C1-9DA9CFE850CF}" dt="2022-11-08T13:40:21.704" v="25" actId="47"/>
        <pc:sldMkLst>
          <pc:docMk/>
          <pc:sldMk cId="1749571701" sldId="275"/>
        </pc:sldMkLst>
      </pc:sldChg>
      <pc:sldChg chg="del">
        <pc:chgData name="Andrew Beatty" userId="ddf183e3-d1da-49e1-9619-81ceb6b4ef92" providerId="ADAL" clId="{50329CCC-3912-4054-A1C1-9DA9CFE850CF}" dt="2022-11-08T13:40:23.076" v="27" actId="47"/>
        <pc:sldMkLst>
          <pc:docMk/>
          <pc:sldMk cId="414209136" sldId="276"/>
        </pc:sldMkLst>
      </pc:sldChg>
      <pc:sldChg chg="del">
        <pc:chgData name="Andrew Beatty" userId="ddf183e3-d1da-49e1-9619-81ceb6b4ef92" providerId="ADAL" clId="{50329CCC-3912-4054-A1C1-9DA9CFE850CF}" dt="2022-11-08T13:40:23.685" v="28" actId="47"/>
        <pc:sldMkLst>
          <pc:docMk/>
          <pc:sldMk cId="1247469826" sldId="277"/>
        </pc:sldMkLst>
      </pc:sldChg>
      <pc:sldChg chg="del">
        <pc:chgData name="Andrew Beatty" userId="ddf183e3-d1da-49e1-9619-81ceb6b4ef92" providerId="ADAL" clId="{50329CCC-3912-4054-A1C1-9DA9CFE850CF}" dt="2022-11-08T13:40:24.530" v="29" actId="47"/>
        <pc:sldMkLst>
          <pc:docMk/>
          <pc:sldMk cId="2638333779" sldId="279"/>
        </pc:sldMkLst>
      </pc:sldChg>
      <pc:sldChg chg="addSp delSp modSp mod modTransition delAnim modAnim">
        <pc:chgData name="Andrew Beatty" userId="ddf183e3-d1da-49e1-9619-81ceb6b4ef92" providerId="ADAL" clId="{50329CCC-3912-4054-A1C1-9DA9CFE850CF}" dt="2022-11-08T14:33:05.686" v="744"/>
        <pc:sldMkLst>
          <pc:docMk/>
          <pc:sldMk cId="1101161472" sldId="280"/>
        </pc:sldMkLst>
        <pc:picChg chg="add mod">
          <ac:chgData name="Andrew Beatty" userId="ddf183e3-d1da-49e1-9619-81ceb6b4ef92" providerId="ADAL" clId="{50329CCC-3912-4054-A1C1-9DA9CFE850CF}" dt="2022-11-08T14:33:05.686" v="744"/>
          <ac:picMkLst>
            <pc:docMk/>
            <pc:sldMk cId="1101161472" sldId="280"/>
            <ac:picMk id="2" creationId="{C563A456-8D03-8438-1B86-FD4F2AF0FA57}"/>
          </ac:picMkLst>
        </pc:picChg>
        <pc:picChg chg="del">
          <ac:chgData name="Andrew Beatty" userId="ddf183e3-d1da-49e1-9619-81ceb6b4ef92" providerId="ADAL" clId="{50329CCC-3912-4054-A1C1-9DA9CFE850CF}" dt="2022-11-08T13:50:12.308" v="328" actId="478"/>
          <ac:picMkLst>
            <pc:docMk/>
            <pc:sldMk cId="1101161472" sldId="280"/>
            <ac:picMk id="4" creationId="{84D71D33-FFD3-4AFB-892A-7179EBB39B04}"/>
          </ac:picMkLst>
        </pc:picChg>
      </pc:sldChg>
      <pc:sldChg chg="delSp del mod delAnim">
        <pc:chgData name="Andrew Beatty" userId="ddf183e3-d1da-49e1-9619-81ceb6b4ef92" providerId="ADAL" clId="{50329CCC-3912-4054-A1C1-9DA9CFE850CF}" dt="2022-11-08T13:51:17.541" v="346" actId="47"/>
        <pc:sldMkLst>
          <pc:docMk/>
          <pc:sldMk cId="3112208867" sldId="281"/>
        </pc:sldMkLst>
        <pc:picChg chg="del">
          <ac:chgData name="Andrew Beatty" userId="ddf183e3-d1da-49e1-9619-81ceb6b4ef92" providerId="ADAL" clId="{50329CCC-3912-4054-A1C1-9DA9CFE850CF}" dt="2022-11-08T13:51:05.727" v="345" actId="478"/>
          <ac:picMkLst>
            <pc:docMk/>
            <pc:sldMk cId="3112208867" sldId="281"/>
            <ac:picMk id="4" creationId="{247B45CF-D650-498C-9980-A2DD2419C5BA}"/>
          </ac:picMkLst>
        </pc:picChg>
      </pc:sldChg>
      <pc:sldChg chg="addSp delSp modSp modTransition modAnim">
        <pc:chgData name="Andrew Beatty" userId="ddf183e3-d1da-49e1-9619-81ceb6b4ef92" providerId="ADAL" clId="{50329CCC-3912-4054-A1C1-9DA9CFE850CF}" dt="2022-11-08T14:47:23.362" v="766"/>
        <pc:sldMkLst>
          <pc:docMk/>
          <pc:sldMk cId="3320891982" sldId="282"/>
        </pc:sldMkLst>
        <pc:picChg chg="del">
          <ac:chgData name="Andrew Beatty" userId="ddf183e3-d1da-49e1-9619-81ceb6b4ef92" providerId="ADAL" clId="{50329CCC-3912-4054-A1C1-9DA9CFE850CF}" dt="2022-11-08T13:51:37.226" v="347"/>
          <ac:picMkLst>
            <pc:docMk/>
            <pc:sldMk cId="3320891982" sldId="282"/>
            <ac:picMk id="4" creationId="{477E2829-D513-458D-B687-DE338E87CF39}"/>
          </ac:picMkLst>
        </pc:picChg>
        <pc:picChg chg="add mod">
          <ac:chgData name="Andrew Beatty" userId="ddf183e3-d1da-49e1-9619-81ceb6b4ef92" providerId="ADAL" clId="{50329CCC-3912-4054-A1C1-9DA9CFE850CF}" dt="2022-11-08T14:47:23.362" v="766"/>
          <ac:picMkLst>
            <pc:docMk/>
            <pc:sldMk cId="3320891982" sldId="282"/>
            <ac:picMk id="5" creationId="{141F6824-F0D2-5764-B95C-E90ABF757E23}"/>
          </ac:picMkLst>
        </pc:picChg>
      </pc:sldChg>
      <pc:sldChg chg="addSp modSp new mod ord modTransition">
        <pc:chgData name="Andrew Beatty" userId="ddf183e3-d1da-49e1-9619-81ceb6b4ef92" providerId="ADAL" clId="{50329CCC-3912-4054-A1C1-9DA9CFE850CF}" dt="2022-11-08T14:19:48.551" v="616"/>
        <pc:sldMkLst>
          <pc:docMk/>
          <pc:sldMk cId="68542398" sldId="283"/>
        </pc:sldMkLst>
        <pc:spChg chg="mod">
          <ac:chgData name="Andrew Beatty" userId="ddf183e3-d1da-49e1-9619-81ceb6b4ef92" providerId="ADAL" clId="{50329CCC-3912-4054-A1C1-9DA9CFE850CF}" dt="2022-11-08T13:45:57.046" v="283" actId="1076"/>
          <ac:spMkLst>
            <pc:docMk/>
            <pc:sldMk cId="68542398" sldId="283"/>
            <ac:spMk id="2" creationId="{9D312FFD-6E0D-4C7D-2811-9600ABCC9F6B}"/>
          </ac:spMkLst>
        </pc:spChg>
        <pc:spChg chg="mod">
          <ac:chgData name="Andrew Beatty" userId="ddf183e3-d1da-49e1-9619-81ceb6b4ef92" providerId="ADAL" clId="{50329CCC-3912-4054-A1C1-9DA9CFE850CF}" dt="2022-11-08T13:48:08.341" v="294" actId="1076"/>
          <ac:spMkLst>
            <pc:docMk/>
            <pc:sldMk cId="68542398" sldId="283"/>
            <ac:spMk id="3" creationId="{79F7F47D-B24B-4452-4D23-7DE7B47D629B}"/>
          </ac:spMkLst>
        </pc:spChg>
        <pc:spChg chg="add mod">
          <ac:chgData name="Andrew Beatty" userId="ddf183e3-d1da-49e1-9619-81ceb6b4ef92" providerId="ADAL" clId="{50329CCC-3912-4054-A1C1-9DA9CFE850CF}" dt="2022-11-08T13:47:41.743" v="291" actId="692"/>
          <ac:spMkLst>
            <pc:docMk/>
            <pc:sldMk cId="68542398" sldId="283"/>
            <ac:spMk id="4" creationId="{ED61C0D3-175E-BD29-6720-1F26BE492A6D}"/>
          </ac:spMkLst>
        </pc:spChg>
        <pc:picChg chg="add mod">
          <ac:chgData name="Andrew Beatty" userId="ddf183e3-d1da-49e1-9619-81ceb6b4ef92" providerId="ADAL" clId="{50329CCC-3912-4054-A1C1-9DA9CFE850CF}" dt="2022-11-08T14:19:48.551" v="616"/>
          <ac:picMkLst>
            <pc:docMk/>
            <pc:sldMk cId="68542398" sldId="283"/>
            <ac:picMk id="5" creationId="{B3295526-A936-B933-6989-DD6DB2EC85DB}"/>
          </ac:picMkLst>
        </pc:picChg>
      </pc:sldChg>
      <pc:sldChg chg="addSp delSp modSp new mod modTransition modAnim">
        <pc:chgData name="Andrew Beatty" userId="ddf183e3-d1da-49e1-9619-81ceb6b4ef92" providerId="ADAL" clId="{50329CCC-3912-4054-A1C1-9DA9CFE850CF}" dt="2022-11-08T14:43:20.948" v="765" actId="1076"/>
        <pc:sldMkLst>
          <pc:docMk/>
          <pc:sldMk cId="3915836961" sldId="284"/>
        </pc:sldMkLst>
        <pc:spChg chg="mod">
          <ac:chgData name="Andrew Beatty" userId="ddf183e3-d1da-49e1-9619-81ceb6b4ef92" providerId="ADAL" clId="{50329CCC-3912-4054-A1C1-9DA9CFE850CF}" dt="2022-11-08T13:50:46.380" v="344" actId="20577"/>
          <ac:spMkLst>
            <pc:docMk/>
            <pc:sldMk cId="3915836961" sldId="284"/>
            <ac:spMk id="2" creationId="{AECBC195-496B-68A8-5F2A-B81BA62561C9}"/>
          </ac:spMkLst>
        </pc:spChg>
        <pc:spChg chg="del">
          <ac:chgData name="Andrew Beatty" userId="ddf183e3-d1da-49e1-9619-81ceb6b4ef92" providerId="ADAL" clId="{50329CCC-3912-4054-A1C1-9DA9CFE850CF}" dt="2022-11-08T14:43:08.185" v="762"/>
          <ac:spMkLst>
            <pc:docMk/>
            <pc:sldMk cId="3915836961" sldId="284"/>
            <ac:spMk id="3" creationId="{42ED2A9B-188A-AFD9-D250-5F4ED5C26263}"/>
          </ac:spMkLst>
        </pc:spChg>
        <pc:picChg chg="add mod">
          <ac:chgData name="Andrew Beatty" userId="ddf183e3-d1da-49e1-9619-81ceb6b4ef92" providerId="ADAL" clId="{50329CCC-3912-4054-A1C1-9DA9CFE850CF}" dt="2022-11-08T14:43:20.948" v="765" actId="1076"/>
          <ac:picMkLst>
            <pc:docMk/>
            <pc:sldMk cId="3915836961" sldId="284"/>
            <ac:picMk id="4" creationId="{E98457D5-A3BB-5955-12D7-1F1BC6EB615D}"/>
          </ac:picMkLst>
        </pc:picChg>
      </pc:sldChg>
      <pc:sldChg chg="addSp delSp modSp new mod modTransition modAnim">
        <pc:chgData name="Andrew Beatty" userId="ddf183e3-d1da-49e1-9619-81ceb6b4ef92" providerId="ADAL" clId="{50329CCC-3912-4054-A1C1-9DA9CFE850CF}" dt="2022-11-08T14:39:11.091" v="760"/>
        <pc:sldMkLst>
          <pc:docMk/>
          <pc:sldMk cId="3547023043" sldId="285"/>
        </pc:sldMkLst>
        <pc:spChg chg="mod">
          <ac:chgData name="Andrew Beatty" userId="ddf183e3-d1da-49e1-9619-81ceb6b4ef92" providerId="ADAL" clId="{50329CCC-3912-4054-A1C1-9DA9CFE850CF}" dt="2022-11-08T14:33:14.027" v="758" actId="20577"/>
          <ac:spMkLst>
            <pc:docMk/>
            <pc:sldMk cId="3547023043" sldId="285"/>
            <ac:spMk id="2" creationId="{20D04A92-9904-25CB-1237-9114AB6C367A}"/>
          </ac:spMkLst>
        </pc:spChg>
        <pc:spChg chg="del">
          <ac:chgData name="Andrew Beatty" userId="ddf183e3-d1da-49e1-9619-81ceb6b4ef92" providerId="ADAL" clId="{50329CCC-3912-4054-A1C1-9DA9CFE850CF}" dt="2022-11-08T14:33:17.234" v="759" actId="478"/>
          <ac:spMkLst>
            <pc:docMk/>
            <pc:sldMk cId="3547023043" sldId="285"/>
            <ac:spMk id="3" creationId="{BEB2A529-1CF7-C928-F09F-AEE68407D9D7}"/>
          </ac:spMkLst>
        </pc:spChg>
        <pc:picChg chg="add mod">
          <ac:chgData name="Andrew Beatty" userId="ddf183e3-d1da-49e1-9619-81ceb6b4ef92" providerId="ADAL" clId="{50329CCC-3912-4054-A1C1-9DA9CFE850CF}" dt="2022-11-08T14:39:11.091" v="760"/>
          <ac:picMkLst>
            <pc:docMk/>
            <pc:sldMk cId="3547023043" sldId="285"/>
            <ac:picMk id="4" creationId="{7213EAA3-A0C8-E7A3-1D12-2C8371B5BC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w.Beatty@atu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39A4-D44D-49B2-B0D1-95366E5C4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Flask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98235-7A08-4023-9E21-3260E66B28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Web Services and Applications</a:t>
            </a:r>
          </a:p>
          <a:p>
            <a:r>
              <a:rPr lang="en-IE" dirty="0">
                <a:hlinkClick r:id="rId2"/>
              </a:rPr>
              <a:t>Andrew.Beatty@atu.ie</a:t>
            </a: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47727-B4FF-DA65-55B3-230F7F0464CF}"/>
              </a:ext>
            </a:extLst>
          </p:cNvPr>
          <p:cNvSpPr txBox="1"/>
          <p:nvPr/>
        </p:nvSpPr>
        <p:spPr>
          <a:xfrm>
            <a:off x="9906000" y="4389120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/>
              <a:t>6.4</a:t>
            </a:r>
          </a:p>
        </p:txBody>
      </p:sp>
    </p:spTree>
    <p:extLst>
      <p:ext uri="{BB962C8B-B14F-4D97-AF65-F5344CB8AC3E}">
        <p14:creationId xmlns:p14="http://schemas.microsoft.com/office/powerpoint/2010/main" val="71511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2FFD-6E0D-4C7D-2811-9600ABCC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814" y="155710"/>
            <a:ext cx="10058400" cy="1609344"/>
          </a:xfrm>
        </p:spPr>
        <p:txBody>
          <a:bodyPr/>
          <a:lstStyle/>
          <a:p>
            <a:r>
              <a:rPr lang="en-IE" dirty="0"/>
              <a:t>Data upload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7F47D-B24B-4452-4D23-7DE7B47D6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699" y="1475408"/>
            <a:ext cx="10058400" cy="2855194"/>
          </a:xfrm>
        </p:spPr>
        <p:txBody>
          <a:bodyPr/>
          <a:lstStyle/>
          <a:p>
            <a:r>
              <a:rPr lang="en-IE" dirty="0"/>
              <a:t>Three ways data can be uploaded</a:t>
            </a:r>
          </a:p>
          <a:p>
            <a:pPr lvl="1"/>
            <a:r>
              <a:rPr lang="en-IE" dirty="0"/>
              <a:t>In the endpoint </a:t>
            </a:r>
          </a:p>
          <a:p>
            <a:pPr marL="274320" lvl="1" indent="0">
              <a:buNone/>
            </a:pPr>
            <a:r>
              <a:rPr lang="en-IE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http://127.0.0.1:5000/user/andrew</a:t>
            </a:r>
          </a:p>
          <a:p>
            <a:pPr lvl="1"/>
            <a:endParaRPr lang="en-IE" sz="1000" dirty="0">
              <a:solidFill>
                <a:schemeClr val="bg1"/>
              </a:solidFill>
            </a:endParaRPr>
          </a:p>
          <a:p>
            <a:pPr lvl="1"/>
            <a:r>
              <a:rPr lang="en-IE" dirty="0"/>
              <a:t>As a query parameter</a:t>
            </a:r>
          </a:p>
          <a:p>
            <a:pPr marL="274320" lvl="1" indent="0">
              <a:buNone/>
            </a:pPr>
            <a:r>
              <a:rPr lang="en-IE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http://127.0.0.1:5000/user/?name=andrew&amp;sex=male</a:t>
            </a:r>
          </a:p>
          <a:p>
            <a:pPr marL="274320" lvl="1" indent="0">
              <a:buNone/>
            </a:pPr>
            <a:endParaRPr lang="en-IE" sz="1000" dirty="0"/>
          </a:p>
          <a:p>
            <a:pPr lvl="1"/>
            <a:r>
              <a:rPr lang="en-IE" dirty="0"/>
              <a:t>In the http request body as form, json, raw, multipart (file)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1C0D3-175E-BD29-6720-1F26BE492A6D}"/>
              </a:ext>
            </a:extLst>
          </p:cNvPr>
          <p:cNvSpPr txBox="1"/>
          <p:nvPr/>
        </p:nvSpPr>
        <p:spPr>
          <a:xfrm>
            <a:off x="1157161" y="3900361"/>
            <a:ext cx="8755582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b="0" i="0" dirty="0">
                <a:solidFill>
                  <a:srgbClr val="A626A4"/>
                </a:solidFill>
                <a:effectLst/>
                <a:latin typeface="SFMono-Regular"/>
              </a:rPr>
              <a:t>POST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 </a:t>
            </a:r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/echo/post/json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 HTTP/1.1 </a:t>
            </a:r>
          </a:p>
          <a:p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Authorization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Bearer mt0dgHmLJMVQhvjpNXDyA83vA_Pxh33Y </a:t>
            </a:r>
          </a:p>
          <a:p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Accept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application/json </a:t>
            </a:r>
          </a:p>
          <a:p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Content-Type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application/json </a:t>
            </a:r>
          </a:p>
          <a:p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Content-Length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85 </a:t>
            </a:r>
          </a:p>
          <a:p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Host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reqbin.com </a:t>
            </a:r>
          </a:p>
          <a:p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{ </a:t>
            </a:r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"Id"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</a:t>
            </a:r>
            <a:r>
              <a:rPr lang="en-IE" b="0" i="0" dirty="0">
                <a:solidFill>
                  <a:srgbClr val="986801"/>
                </a:solidFill>
                <a:effectLst/>
                <a:latin typeface="SFMono-Regular"/>
              </a:rPr>
              <a:t>12345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, </a:t>
            </a:r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"Customer"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</a:t>
            </a:r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"John Smith"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, </a:t>
            </a:r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"Quantity"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</a:t>
            </a:r>
            <a:r>
              <a:rPr lang="en-IE" b="0" i="0" dirty="0">
                <a:solidFill>
                  <a:srgbClr val="986801"/>
                </a:solidFill>
                <a:effectLst/>
                <a:latin typeface="SFMono-Regular"/>
              </a:rPr>
              <a:t>1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, </a:t>
            </a:r>
            <a:r>
              <a:rPr lang="en-IE" b="0" i="0" dirty="0">
                <a:solidFill>
                  <a:srgbClr val="50A14F"/>
                </a:solidFill>
                <a:effectLst/>
                <a:latin typeface="SFMono-Regular"/>
              </a:rPr>
              <a:t>"Price"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: </a:t>
            </a:r>
            <a:r>
              <a:rPr lang="en-IE" b="0" i="0" dirty="0">
                <a:solidFill>
                  <a:srgbClr val="986801"/>
                </a:solidFill>
                <a:effectLst/>
                <a:latin typeface="SFMono-Regular"/>
              </a:rPr>
              <a:t>10.00</a:t>
            </a:r>
            <a:r>
              <a:rPr lang="en-IE" b="0" i="0" dirty="0">
                <a:solidFill>
                  <a:srgbClr val="383A42"/>
                </a:solidFill>
                <a:effectLst/>
                <a:latin typeface="SFMono-Regular"/>
              </a:rPr>
              <a:t> }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6854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access request data import request object</a:t>
            </a:r>
          </a:p>
          <a:p>
            <a:endParaRPr lang="en-US" dirty="0"/>
          </a:p>
          <a:p>
            <a:r>
              <a:rPr lang="en-US" dirty="0"/>
              <a:t>Depending on how the data we sent</a:t>
            </a:r>
          </a:p>
          <a:p>
            <a:endParaRPr lang="en-US" dirty="0"/>
          </a:p>
          <a:p>
            <a:r>
              <a:rPr lang="en-US" dirty="0"/>
              <a:t>data you can get </a:t>
            </a:r>
          </a:p>
          <a:p>
            <a:pPr lvl="1"/>
            <a:r>
              <a:rPr lang="en-US" dirty="0" err="1"/>
              <a:t>request.path</a:t>
            </a:r>
            <a:r>
              <a:rPr lang="en-US" dirty="0"/>
              <a:t>  		=&gt; </a:t>
            </a:r>
            <a:r>
              <a:rPr lang="en-US" dirty="0" err="1"/>
              <a:t>eg</a:t>
            </a:r>
            <a:r>
              <a:rPr lang="en-US" dirty="0"/>
              <a:t> /user</a:t>
            </a:r>
          </a:p>
          <a:p>
            <a:pPr lvl="1"/>
            <a:r>
              <a:rPr lang="en-US" dirty="0" err="1"/>
              <a:t>request.method</a:t>
            </a:r>
            <a:r>
              <a:rPr lang="en-US" dirty="0"/>
              <a:t>  		=&gt; </a:t>
            </a:r>
            <a:r>
              <a:rPr lang="en-US" dirty="0" err="1"/>
              <a:t>eg</a:t>
            </a:r>
            <a:r>
              <a:rPr lang="en-US" dirty="0"/>
              <a:t> GET</a:t>
            </a:r>
          </a:p>
          <a:p>
            <a:pPr lvl="1"/>
            <a:r>
              <a:rPr lang="en-US" dirty="0" err="1"/>
              <a:t>request.form</a:t>
            </a:r>
            <a:r>
              <a:rPr lang="en-US" dirty="0"/>
              <a:t>  		=&gt; form data</a:t>
            </a:r>
          </a:p>
          <a:p>
            <a:pPr lvl="1"/>
            <a:r>
              <a:rPr lang="en-US" dirty="0" err="1"/>
              <a:t>request.json</a:t>
            </a:r>
            <a:r>
              <a:rPr lang="en-US" dirty="0"/>
              <a:t>			=&gt; </a:t>
            </a:r>
            <a:r>
              <a:rPr lang="en-US" dirty="0" err="1"/>
              <a:t>json</a:t>
            </a:r>
            <a:r>
              <a:rPr lang="en-US" dirty="0"/>
              <a:t> data in the http request body</a:t>
            </a:r>
          </a:p>
          <a:p>
            <a:pPr lvl="1"/>
            <a:r>
              <a:rPr lang="en-US" dirty="0" err="1"/>
              <a:t>request.args</a:t>
            </a:r>
            <a:r>
              <a:rPr lang="en-US" dirty="0"/>
              <a:t>  		=&gt; arguments from the URL</a:t>
            </a:r>
          </a:p>
          <a:p>
            <a:pPr lvl="1"/>
            <a:r>
              <a:rPr lang="en-US" dirty="0" err="1"/>
              <a:t>request.files</a:t>
            </a:r>
            <a:r>
              <a:rPr lang="en-US" dirty="0"/>
              <a:t>[‘</a:t>
            </a:r>
            <a:r>
              <a:rPr lang="en-US" dirty="0" err="1"/>
              <a:t>fileparam</a:t>
            </a:r>
            <a:r>
              <a:rPr lang="en-US" dirty="0"/>
              <a:t>’] 	=&gt; an uploaded file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52630" y="2561245"/>
            <a:ext cx="3746049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from flask import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630" y="3447009"/>
            <a:ext cx="4087568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reg =  </a:t>
            </a:r>
            <a:r>
              <a:rPr lang="en-US" sz="1600" dirty="0" err="1">
                <a:latin typeface="Courier New"/>
                <a:cs typeface="Courier New"/>
              </a:rPr>
              <a:t>request.json</a:t>
            </a:r>
            <a:r>
              <a:rPr lang="en-US" sz="1600" dirty="0">
                <a:latin typeface="Courier New"/>
                <a:cs typeface="Courier New"/>
              </a:rPr>
              <a:t>['reg'],</a:t>
            </a:r>
          </a:p>
        </p:txBody>
      </p:sp>
    </p:spTree>
    <p:extLst>
      <p:ext uri="{BB962C8B-B14F-4D97-AF65-F5344CB8AC3E}">
        <p14:creationId xmlns:p14="http://schemas.microsoft.com/office/powerpoint/2010/main" val="45029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161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4A92-9904-25CB-1237-9114AB6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3547023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returning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Rendering Templates </a:t>
            </a:r>
            <a:r>
              <a:rPr lang="en-US" dirty="0" err="1"/>
              <a:t>vs</a:t>
            </a:r>
            <a:r>
              <a:rPr lang="en-US" dirty="0"/>
              <a:t> JSON</a:t>
            </a:r>
          </a:p>
          <a:p>
            <a:pPr lvl="1"/>
            <a:r>
              <a:rPr lang="en-US" dirty="0"/>
              <a:t>Flask can be used to create html pages on the fly (templates)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dirty="0"/>
              <a:t>As opposed to </a:t>
            </a:r>
          </a:p>
          <a:p>
            <a:pPr lvl="1"/>
            <a:r>
              <a:rPr lang="en-US" dirty="0"/>
              <a:t>Just returning the data and allowing the static web pages use AJAX to get that data.</a:t>
            </a:r>
          </a:p>
          <a:p>
            <a:pPr marL="274320" lvl="1" indent="0">
              <a:buNone/>
            </a:pP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jsonify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()</a:t>
            </a:r>
          </a:p>
          <a:p>
            <a:pPr lvl="1"/>
            <a:endParaRPr lang="en-US" dirty="0"/>
          </a:p>
          <a:p>
            <a:r>
              <a:rPr lang="en-US" dirty="0"/>
              <a:t>We use the latter method.</a:t>
            </a:r>
          </a:p>
          <a:p>
            <a:endParaRPr lang="en-US" dirty="0"/>
          </a:p>
          <a:p>
            <a:r>
              <a:rPr lang="en-US" dirty="0"/>
              <a:t>Note returning a file is a little more involved and beyond the scope of this lecture, ask me if you would like me to go through how to do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75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C195-496B-68A8-5F2A-B81BA625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Demonsration</a:t>
            </a: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6FD27-9994-8586-54F1-83C69701B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583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Aborts and redirects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52630" y="2561245"/>
            <a:ext cx="7449407" cy="25545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from flask import abort, redirect, </a:t>
            </a:r>
            <a:r>
              <a:rPr lang="en-US" sz="1600" dirty="0" err="1">
                <a:latin typeface="Courier New"/>
                <a:cs typeface="Courier New"/>
              </a:rPr>
              <a:t>url_for</a:t>
            </a:r>
            <a:r>
              <a:rPr lang="en-US" sz="1600" dirty="0">
                <a:latin typeface="Courier New"/>
                <a:cs typeface="Courier New"/>
              </a:rPr>
              <a:t> </a:t>
            </a:r>
          </a:p>
          <a:p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@</a:t>
            </a:r>
            <a:r>
              <a:rPr lang="en-US" sz="1600" dirty="0" err="1">
                <a:latin typeface="Courier New"/>
                <a:cs typeface="Courier New"/>
              </a:rPr>
              <a:t>app.route</a:t>
            </a:r>
            <a:r>
              <a:rPr lang="en-US" sz="1600" dirty="0">
                <a:latin typeface="Courier New"/>
                <a:cs typeface="Courier New"/>
              </a:rPr>
              <a:t>('/') </a:t>
            </a:r>
          </a:p>
          <a:p>
            <a:r>
              <a:rPr lang="en-US" sz="1600" dirty="0" err="1">
                <a:latin typeface="Courier New"/>
                <a:cs typeface="Courier New"/>
              </a:rPr>
              <a:t>def</a:t>
            </a:r>
            <a:r>
              <a:rPr lang="en-US" sz="1600" dirty="0">
                <a:latin typeface="Courier New"/>
                <a:cs typeface="Courier New"/>
              </a:rPr>
              <a:t> index():</a:t>
            </a:r>
          </a:p>
          <a:p>
            <a:r>
              <a:rPr lang="en-US" sz="1600" dirty="0">
                <a:latin typeface="Courier New"/>
                <a:cs typeface="Courier New"/>
              </a:rPr>
              <a:t>	 return redirect(</a:t>
            </a:r>
            <a:r>
              <a:rPr lang="en-US" sz="1600" dirty="0" err="1">
                <a:latin typeface="Courier New"/>
                <a:cs typeface="Courier New"/>
              </a:rPr>
              <a:t>url_for</a:t>
            </a:r>
            <a:r>
              <a:rPr lang="en-US" sz="1600" dirty="0">
                <a:latin typeface="Courier New"/>
                <a:cs typeface="Courier New"/>
              </a:rPr>
              <a:t>('login')) </a:t>
            </a:r>
          </a:p>
          <a:p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@</a:t>
            </a:r>
            <a:r>
              <a:rPr lang="en-US" sz="1600" dirty="0" err="1">
                <a:latin typeface="Courier New"/>
                <a:cs typeface="Courier New"/>
              </a:rPr>
              <a:t>app.route</a:t>
            </a:r>
            <a:r>
              <a:rPr lang="en-US" sz="1600" dirty="0">
                <a:latin typeface="Courier New"/>
                <a:cs typeface="Courier New"/>
              </a:rPr>
              <a:t>('/login') </a:t>
            </a:r>
          </a:p>
          <a:p>
            <a:r>
              <a:rPr lang="en-US" sz="1600" dirty="0" err="1">
                <a:latin typeface="Courier New"/>
                <a:cs typeface="Courier New"/>
              </a:rPr>
              <a:t>def</a:t>
            </a:r>
            <a:r>
              <a:rPr lang="en-US" sz="1600" dirty="0">
                <a:latin typeface="Courier New"/>
                <a:cs typeface="Courier New"/>
              </a:rPr>
              <a:t> login(): </a:t>
            </a:r>
          </a:p>
          <a:p>
            <a:r>
              <a:rPr lang="en-US" sz="1600" dirty="0">
                <a:latin typeface="Courier New"/>
                <a:cs typeface="Courier New"/>
              </a:rPr>
              <a:t>	abort(401) </a:t>
            </a:r>
          </a:p>
          <a:p>
            <a:r>
              <a:rPr lang="en-US" sz="1600" dirty="0">
                <a:latin typeface="Courier New"/>
                <a:cs typeface="Courier New"/>
              </a:rPr>
              <a:t>	</a:t>
            </a:r>
            <a:r>
              <a:rPr lang="en-US" sz="1600" dirty="0" err="1">
                <a:latin typeface="Courier New"/>
                <a:cs typeface="Courier New"/>
              </a:rPr>
              <a:t>this_is_never_executed</a:t>
            </a:r>
            <a:r>
              <a:rPr lang="en-US" sz="1600" dirty="0">
                <a:latin typeface="Courier New"/>
                <a:cs typeface="Courier New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1473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Sessions</a:t>
            </a:r>
          </a:p>
          <a:p>
            <a:pPr lvl="1"/>
            <a:r>
              <a:rPr lang="en-US" dirty="0"/>
              <a:t>Allow data to be stored between requests (</a:t>
            </a:r>
            <a:r>
              <a:rPr lang="en-US" dirty="0" err="1"/>
              <a:t>e.g</a:t>
            </a:r>
            <a:r>
              <a:rPr lang="en-US" dirty="0"/>
              <a:t> is a user is logged in)</a:t>
            </a:r>
          </a:p>
          <a:p>
            <a:pPr lvl="1"/>
            <a:r>
              <a:rPr lang="en-US" dirty="0"/>
              <a:t>I will go through this in week 10 when I go through </a:t>
            </a:r>
            <a:r>
              <a:rPr lang="en-US" dirty="0" err="1"/>
              <a:t>authorisation</a:t>
            </a:r>
            <a:r>
              <a:rPr lang="en-US" dirty="0"/>
              <a:t> (login)</a:t>
            </a:r>
          </a:p>
          <a:p>
            <a:r>
              <a:rPr lang="en-US" dirty="0"/>
              <a:t>Flashing</a:t>
            </a:r>
          </a:p>
          <a:p>
            <a:r>
              <a:rPr lang="en-US" dirty="0"/>
              <a:t>Logging</a:t>
            </a:r>
          </a:p>
          <a:p>
            <a:endParaRPr lang="en-US" dirty="0"/>
          </a:p>
          <a:p>
            <a:r>
              <a:rPr lang="en-US" dirty="0"/>
              <a:t>More data (link in references)</a:t>
            </a:r>
          </a:p>
          <a:p>
            <a:pPr marL="0" indent="0">
              <a:buNone/>
            </a:pPr>
            <a:r>
              <a:rPr lang="en-US" u="sng" dirty="0"/>
              <a:t>https://</a:t>
            </a:r>
            <a:r>
              <a:rPr lang="en-US" u="sng" dirty="0" err="1"/>
              <a:t>buildmedia.readthedocs.org</a:t>
            </a:r>
            <a:r>
              <a:rPr lang="en-US" u="sng" dirty="0"/>
              <a:t>/media/</a:t>
            </a:r>
            <a:r>
              <a:rPr lang="en-US" u="sng" dirty="0" err="1"/>
              <a:t>pdf</a:t>
            </a:r>
            <a:r>
              <a:rPr lang="en-US" u="sng" dirty="0"/>
              <a:t>/flask/latest/</a:t>
            </a:r>
            <a:r>
              <a:rPr lang="en-US" u="sng" dirty="0" err="1"/>
              <a:t>flask.pdf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61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04A8-28BF-42D9-949C-C3FFD205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AE364-5637-48B3-A8DE-F886EC3A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Basics of a Flask server</a:t>
            </a:r>
          </a:p>
          <a:p>
            <a:r>
              <a:rPr lang="en-IE" dirty="0"/>
              <a:t>More information in the documentation</a:t>
            </a:r>
          </a:p>
          <a:p>
            <a:r>
              <a:rPr lang="en-IE" dirty="0"/>
              <a:t>In next lecture I will go through implementing a REST API you have designed.</a:t>
            </a:r>
          </a:p>
          <a:p>
            <a:r>
              <a:rPr lang="en-IE" dirty="0"/>
              <a:t>Useful for the project</a:t>
            </a:r>
          </a:p>
        </p:txBody>
      </p:sp>
    </p:spTree>
    <p:extLst>
      <p:ext uri="{BB962C8B-B14F-4D97-AF65-F5344CB8AC3E}">
        <p14:creationId xmlns:p14="http://schemas.microsoft.com/office/powerpoint/2010/main" val="3320891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6918</TotalTime>
  <Words>447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Courier New</vt:lpstr>
      <vt:lpstr>Rockwell</vt:lpstr>
      <vt:lpstr>Rockwell Condensed</vt:lpstr>
      <vt:lpstr>SFMono-Regular</vt:lpstr>
      <vt:lpstr>Wingdings</vt:lpstr>
      <vt:lpstr>Wood Type</vt:lpstr>
      <vt:lpstr>Flask data</vt:lpstr>
      <vt:lpstr>Data upload</vt:lpstr>
      <vt:lpstr>Flask</vt:lpstr>
      <vt:lpstr>PowerPoint Presentation</vt:lpstr>
      <vt:lpstr>Demonstration</vt:lpstr>
      <vt:lpstr>Flask returning data</vt:lpstr>
      <vt:lpstr>Demonsration</vt:lpstr>
      <vt:lpstr>Flask</vt:lpstr>
      <vt:lpstr>FLASK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Beatty</dc:creator>
  <cp:lastModifiedBy>Andrew Beatty</cp:lastModifiedBy>
  <cp:revision>17</cp:revision>
  <dcterms:created xsi:type="dcterms:W3CDTF">2019-11-13T10:44:00Z</dcterms:created>
  <dcterms:modified xsi:type="dcterms:W3CDTF">2026-02-26T13:49:43Z</dcterms:modified>
</cp:coreProperties>
</file>