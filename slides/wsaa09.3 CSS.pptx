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6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34648-AA14-46D5-AB07-77A65F274A86}" v="1" dt="2026-03-26T15:16:31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delSld modSld">
      <pc:chgData name="Andrew Beatty" userId="ddf183e3-d1da-49e1-9619-81ceb6b4ef92" providerId="ADAL" clId="{0A9FA626-7B66-484A-9EFA-B61C399DD8F4}" dt="2026-03-26T15:16:36.069" v="2" actId="47"/>
      <pc:docMkLst>
        <pc:docMk/>
      </pc:docMkLst>
      <pc:sldChg chg="delSp modTransition modAnim">
        <pc:chgData name="Andrew Beatty" userId="ddf183e3-d1da-49e1-9619-81ceb6b4ef92" providerId="ADAL" clId="{0A9FA626-7B66-484A-9EFA-B61C399DD8F4}" dt="2026-03-26T15:16:31.743" v="0"/>
        <pc:sldMkLst>
          <pc:docMk/>
          <pc:sldMk cId="3241055239" sldId="256"/>
        </pc:sldMkLst>
        <pc:picChg chg="del">
          <ac:chgData name="Andrew Beatty" userId="ddf183e3-d1da-49e1-9619-81ceb6b4ef92" providerId="ADAL" clId="{0A9FA626-7B66-484A-9EFA-B61C399DD8F4}" dt="2026-03-26T15:16:31.743" v="0"/>
          <ac:picMkLst>
            <pc:docMk/>
            <pc:sldMk cId="3241055239" sldId="256"/>
            <ac:picMk id="6" creationId="{CCD18591-29BA-4301-A31B-875772F15A92}"/>
          </ac:picMkLst>
        </pc:picChg>
      </pc:sldChg>
      <pc:sldChg chg="del modTransition">
        <pc:chgData name="Andrew Beatty" userId="ddf183e3-d1da-49e1-9619-81ceb6b4ef92" providerId="ADAL" clId="{0A9FA626-7B66-484A-9EFA-B61C399DD8F4}" dt="2026-03-26T15:16:34.134" v="1" actId="47"/>
        <pc:sldMkLst>
          <pc:docMk/>
          <pc:sldMk cId="1589010855" sldId="257"/>
        </pc:sldMkLst>
      </pc:sldChg>
      <pc:sldChg chg="delSp modTransition modAnim">
        <pc:chgData name="Andrew Beatty" userId="ddf183e3-d1da-49e1-9619-81ceb6b4ef92" providerId="ADAL" clId="{0A9FA626-7B66-484A-9EFA-B61C399DD8F4}" dt="2026-03-26T15:16:31.743" v="0"/>
        <pc:sldMkLst>
          <pc:docMk/>
          <pc:sldMk cId="2196546624" sldId="258"/>
        </pc:sldMkLst>
        <pc:picChg chg="del">
          <ac:chgData name="Andrew Beatty" userId="ddf183e3-d1da-49e1-9619-81ceb6b4ef92" providerId="ADAL" clId="{0A9FA626-7B66-484A-9EFA-B61C399DD8F4}" dt="2026-03-26T15:16:31.743" v="0"/>
          <ac:picMkLst>
            <pc:docMk/>
            <pc:sldMk cId="2196546624" sldId="258"/>
            <ac:picMk id="7" creationId="{73E0E6C6-E15C-EA25-2D71-2D5821A948B9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3-26T15:16:31.743" v="0"/>
        <pc:sldMkLst>
          <pc:docMk/>
          <pc:sldMk cId="1859026844" sldId="259"/>
        </pc:sldMkLst>
        <pc:picChg chg="del">
          <ac:chgData name="Andrew Beatty" userId="ddf183e3-d1da-49e1-9619-81ceb6b4ef92" providerId="ADAL" clId="{0A9FA626-7B66-484A-9EFA-B61C399DD8F4}" dt="2026-03-26T15:16:31.743" v="0"/>
          <ac:picMkLst>
            <pc:docMk/>
            <pc:sldMk cId="1859026844" sldId="259"/>
            <ac:picMk id="15" creationId="{8296C4A2-CE9F-B56A-A58A-B5FCDB9DCB6E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3-26T15:16:31.743" v="0"/>
        <pc:sldMkLst>
          <pc:docMk/>
          <pc:sldMk cId="1132306881" sldId="266"/>
        </pc:sldMkLst>
        <pc:picChg chg="del">
          <ac:chgData name="Andrew Beatty" userId="ddf183e3-d1da-49e1-9619-81ceb6b4ef92" providerId="ADAL" clId="{0A9FA626-7B66-484A-9EFA-B61C399DD8F4}" dt="2026-03-26T15:16:31.743" v="0"/>
          <ac:picMkLst>
            <pc:docMk/>
            <pc:sldMk cId="1132306881" sldId="266"/>
            <ac:picMk id="9" creationId="{C62EA97C-28E5-D109-3EFD-7D29091C7404}"/>
          </ac:picMkLst>
        </pc:picChg>
      </pc:sldChg>
      <pc:sldChg chg="del modTransition">
        <pc:chgData name="Andrew Beatty" userId="ddf183e3-d1da-49e1-9619-81ceb6b4ef92" providerId="ADAL" clId="{0A9FA626-7B66-484A-9EFA-B61C399DD8F4}" dt="2026-03-26T15:16:36.069" v="2" actId="47"/>
        <pc:sldMkLst>
          <pc:docMk/>
          <pc:sldMk cId="599868371" sldId="267"/>
        </pc:sldMkLst>
      </pc:sldChg>
      <pc:sldChg chg="delSp modTransition modAnim">
        <pc:chgData name="Andrew Beatty" userId="ddf183e3-d1da-49e1-9619-81ceb6b4ef92" providerId="ADAL" clId="{0A9FA626-7B66-484A-9EFA-B61C399DD8F4}" dt="2026-03-26T15:16:31.743" v="0"/>
        <pc:sldMkLst>
          <pc:docMk/>
          <pc:sldMk cId="375277692" sldId="268"/>
        </pc:sldMkLst>
        <pc:picChg chg="del">
          <ac:chgData name="Andrew Beatty" userId="ddf183e3-d1da-49e1-9619-81ceb6b4ef92" providerId="ADAL" clId="{0A9FA626-7B66-484A-9EFA-B61C399DD8F4}" dt="2026-03-26T15:16:31.743" v="0"/>
          <ac:picMkLst>
            <pc:docMk/>
            <pc:sldMk cId="375277692" sldId="268"/>
            <ac:picMk id="6" creationId="{7CE91108-17EF-00FA-0444-3CD48CC1D7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9724-D958-BBEF-EA94-76B223FFE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CSS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B861-178A-9C63-E14F-B466C526E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Web Services and Applications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410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01D4-CBB3-4D9C-8306-F26FE57E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8DCB-6FB2-4181-B679-CEB31C73F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CSS exists</a:t>
            </a:r>
          </a:p>
          <a:p>
            <a:r>
              <a:rPr lang="en-IE" dirty="0"/>
              <a:t>W3schools </a:t>
            </a:r>
          </a:p>
          <a:p>
            <a:r>
              <a:rPr lang="en-IE" dirty="0"/>
              <a:t>Where is it put (cascading)</a:t>
            </a:r>
          </a:p>
          <a:p>
            <a:r>
              <a:rPr lang="en-IE" dirty="0"/>
              <a:t>Debugging changing in a browser</a:t>
            </a:r>
          </a:p>
          <a:p>
            <a:r>
              <a:rPr lang="en-IE" dirty="0"/>
              <a:t>CSS:</a:t>
            </a:r>
          </a:p>
          <a:p>
            <a:pPr lvl="1"/>
            <a:r>
              <a:rPr lang="en-IE" dirty="0"/>
              <a:t>Hidden, block and inline display</a:t>
            </a:r>
          </a:p>
          <a:p>
            <a:pPr lvl="1"/>
            <a:r>
              <a:rPr lang="en-IE" dirty="0"/>
              <a:t>Disabled</a:t>
            </a:r>
          </a:p>
        </p:txBody>
      </p:sp>
    </p:spTree>
    <p:extLst>
      <p:ext uri="{BB962C8B-B14F-4D97-AF65-F5344CB8AC3E}">
        <p14:creationId xmlns:p14="http://schemas.microsoft.com/office/powerpoint/2010/main" val="219654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603-6CFE-42AA-9EED-05E74A2C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cSS</a:t>
            </a:r>
            <a:r>
              <a:rPr lang="en-IE" dirty="0"/>
              <a:t> (Cascading Style Sheets)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B5B7-8983-443E-86E7-46261775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70009"/>
            <a:ext cx="10058400" cy="4687340"/>
          </a:xfrm>
        </p:spPr>
        <p:txBody>
          <a:bodyPr>
            <a:normAutofit/>
          </a:bodyPr>
          <a:lstStyle/>
          <a:p>
            <a:r>
              <a:rPr lang="en-IE" dirty="0"/>
              <a:t>Too much for this course</a:t>
            </a:r>
          </a:p>
          <a:p>
            <a:r>
              <a:rPr lang="en-IE" dirty="0"/>
              <a:t>Style can be defined: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IE" dirty="0"/>
              <a:t>In another file (with selectors)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IE" dirty="0"/>
              <a:t>In the head (with selectors)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IE" dirty="0"/>
              <a:t>In the element itself</a:t>
            </a:r>
          </a:p>
          <a:p>
            <a:r>
              <a:rPr lang="en-IE" dirty="0"/>
              <a:t>In element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In head or other file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E9CA0-F2FB-424E-BF68-B0693665E639}"/>
              </a:ext>
            </a:extLst>
          </p:cNvPr>
          <p:cNvSpPr txBox="1"/>
          <p:nvPr/>
        </p:nvSpPr>
        <p:spPr>
          <a:xfrm>
            <a:off x="2057004" y="3716191"/>
            <a:ext cx="551156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&lt;div style=“</a:t>
            </a:r>
            <a:r>
              <a:rPr lang="en-IE" dirty="0" err="1"/>
              <a:t>color</a:t>
            </a:r>
            <a:r>
              <a:rPr lang="en-IE" dirty="0"/>
              <a:t>: #0F0000”&gt; text 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CA18E-8F3F-40E5-A34C-A33241BBC848}"/>
              </a:ext>
            </a:extLst>
          </p:cNvPr>
          <p:cNvSpPr txBox="1"/>
          <p:nvPr/>
        </p:nvSpPr>
        <p:spPr>
          <a:xfrm>
            <a:off x="8145625" y="1869376"/>
            <a:ext cx="332169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This div will be red</a:t>
            </a:r>
          </a:p>
          <a:p>
            <a:endParaRPr lang="en-IE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CC9A69-DE42-4B81-AE11-98F493D98658}"/>
              </a:ext>
            </a:extLst>
          </p:cNvPr>
          <p:cNvCxnSpPr>
            <a:cxnSpLocks/>
          </p:cNvCxnSpPr>
          <p:nvPr/>
        </p:nvCxnSpPr>
        <p:spPr>
          <a:xfrm flipH="1">
            <a:off x="4926563" y="2613462"/>
            <a:ext cx="3219062" cy="111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735A95-DB91-49F8-83D7-E8264839390F}"/>
              </a:ext>
            </a:extLst>
          </p:cNvPr>
          <p:cNvSpPr txBox="1"/>
          <p:nvPr/>
        </p:nvSpPr>
        <p:spPr>
          <a:xfrm>
            <a:off x="2057003" y="4484694"/>
            <a:ext cx="5511567" cy="17226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E" dirty="0">
                <a:solidFill>
                  <a:srgbClr val="D7BA7D"/>
                </a:solidFill>
                <a:latin typeface="Consolas" panose="020B0609020204030204" pitchFamily="49" charset="0"/>
              </a:rPr>
              <a:t>div 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dirty="0">
                <a:solidFill>
                  <a:srgbClr val="DCDCAA"/>
                </a:solidFill>
                <a:latin typeface="Consolas" panose="020B0609020204030204" pitchFamily="49" charset="0"/>
              </a:rPr>
              <a:t>#00FF00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>
              <a:lnSpc>
                <a:spcPts val="1425"/>
              </a:lnSpc>
              <a:buNone/>
            </a:pPr>
            <a:r>
              <a:rPr lang="en-IE" dirty="0">
                <a:solidFill>
                  <a:srgbClr val="D7BA7D"/>
                </a:solidFill>
                <a:latin typeface="Consolas" panose="020B0609020204030204" pitchFamily="49" charset="0"/>
              </a:rPr>
              <a:t>#booktable </a:t>
            </a:r>
            <a:r>
              <a:rPr lang="en-IE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E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IE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IE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IE" dirty="0">
                <a:solidFill>
                  <a:srgbClr val="DCDCAA"/>
                </a:solidFill>
                <a:latin typeface="Consolas" panose="020B0609020204030204" pitchFamily="49" charset="0"/>
              </a:rPr>
              <a:t>#0000FF</a:t>
            </a:r>
            <a:r>
              <a:rPr lang="en-IE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E" dirty="0">
                <a:solidFill>
                  <a:srgbClr val="CCCCCC"/>
                </a:solidFill>
                <a:latin typeface="Consolas" panose="020B0609020204030204" pitchFamily="49" charset="0"/>
              </a:rPr>
              <a:t> }</a:t>
            </a:r>
          </a:p>
          <a:p>
            <a:pPr>
              <a:lnSpc>
                <a:spcPts val="1425"/>
              </a:lnSpc>
              <a:buNone/>
            </a:pP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BC4C2-A59F-4441-AC71-F2012D8D85B3}"/>
              </a:ext>
            </a:extLst>
          </p:cNvPr>
          <p:cNvSpPr txBox="1"/>
          <p:nvPr/>
        </p:nvSpPr>
        <p:spPr>
          <a:xfrm>
            <a:off x="8095078" y="4307544"/>
            <a:ext cx="332169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All </a:t>
            </a:r>
            <a:r>
              <a:rPr lang="en-IE" dirty="0" err="1"/>
              <a:t>divs</a:t>
            </a:r>
            <a:r>
              <a:rPr lang="en-IE" dirty="0"/>
              <a:t> will be green (unless </a:t>
            </a:r>
            <a:r>
              <a:rPr lang="en-IE" dirty="0" err="1"/>
              <a:t>overidden</a:t>
            </a:r>
            <a:endParaRPr lang="en-IE" dirty="0"/>
          </a:p>
          <a:p>
            <a:endParaRPr lang="en-I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CC2E57-12BF-442A-988D-04365430BC4F}"/>
              </a:ext>
            </a:extLst>
          </p:cNvPr>
          <p:cNvCxnSpPr>
            <a:cxnSpLocks/>
          </p:cNvCxnSpPr>
          <p:nvPr/>
        </p:nvCxnSpPr>
        <p:spPr>
          <a:xfrm flipH="1">
            <a:off x="4376964" y="4462313"/>
            <a:ext cx="3692840" cy="28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8CEADC-0B4F-32B6-AA68-5206AFAF6806}"/>
              </a:ext>
            </a:extLst>
          </p:cNvPr>
          <p:cNvSpPr txBox="1"/>
          <p:nvPr/>
        </p:nvSpPr>
        <p:spPr>
          <a:xfrm>
            <a:off x="8069804" y="5431774"/>
            <a:ext cx="332169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Element with id </a:t>
            </a:r>
            <a:r>
              <a:rPr lang="en-IE" dirty="0" err="1"/>
              <a:t>booktable</a:t>
            </a:r>
            <a:r>
              <a:rPr lang="en-IE" dirty="0"/>
              <a:t> will be blue</a:t>
            </a:r>
          </a:p>
          <a:p>
            <a:endParaRPr lang="en-I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9201C5-1959-0F33-9C09-22BCB5E4864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376964" y="5346019"/>
            <a:ext cx="3692840" cy="547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02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5A50-8755-541E-ED36-FF95DF2F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954D-79AF-5D94-4932-30B7CCDB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Too much for this module… but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D73D-C1F2-8A02-6CD8-3A923FD28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135941"/>
          </a:xfrm>
        </p:spPr>
        <p:txBody>
          <a:bodyPr>
            <a:normAutofit/>
          </a:bodyPr>
          <a:lstStyle/>
          <a:p>
            <a:r>
              <a:rPr lang="en-IE" dirty="0"/>
              <a:t>Make an element visible/hidden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Put the keyword disabled in an element to make it disabled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Exercise:</a:t>
            </a:r>
          </a:p>
          <a:p>
            <a:pPr marL="0" indent="0">
              <a:buNone/>
            </a:pPr>
            <a:r>
              <a:rPr lang="en-IE" dirty="0"/>
              <a:t>Write some html that has a hidden element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C1B6E-7D21-3969-9404-7C32EE556B63}"/>
              </a:ext>
            </a:extLst>
          </p:cNvPr>
          <p:cNvSpPr txBox="1"/>
          <p:nvPr/>
        </p:nvSpPr>
        <p:spPr>
          <a:xfrm>
            <a:off x="1943940" y="2613462"/>
            <a:ext cx="5511567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&lt;div style=“display: block”&gt; </a:t>
            </a:r>
          </a:p>
          <a:p>
            <a:r>
              <a:rPr lang="en-IE" dirty="0"/>
              <a:t>	text</a:t>
            </a:r>
          </a:p>
          <a:p>
            <a:r>
              <a:rPr lang="en-IE" dirty="0"/>
              <a:t>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DF3AD-A04B-9DE2-2FEC-42D8B79ADC55}"/>
              </a:ext>
            </a:extLst>
          </p:cNvPr>
          <p:cNvSpPr txBox="1"/>
          <p:nvPr/>
        </p:nvSpPr>
        <p:spPr>
          <a:xfrm>
            <a:off x="8145625" y="1869376"/>
            <a:ext cx="3321698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block (new 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Inline (no new 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none (not shown)</a:t>
            </a:r>
          </a:p>
          <a:p>
            <a:endParaRPr lang="en-IE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41FDE6-8C60-0E72-1BFA-D16603E93CDF}"/>
              </a:ext>
            </a:extLst>
          </p:cNvPr>
          <p:cNvCxnSpPr>
            <a:cxnSpLocks/>
          </p:cNvCxnSpPr>
          <p:nvPr/>
        </p:nvCxnSpPr>
        <p:spPr>
          <a:xfrm flipH="1">
            <a:off x="5176729" y="2302490"/>
            <a:ext cx="2968896" cy="50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23ADBE-877F-389F-5F49-1F221BFC07C4}"/>
              </a:ext>
            </a:extLst>
          </p:cNvPr>
          <p:cNvSpPr txBox="1"/>
          <p:nvPr/>
        </p:nvSpPr>
        <p:spPr>
          <a:xfrm>
            <a:off x="2223510" y="4189377"/>
            <a:ext cx="551156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&lt;input type=“text” value=“blah” disabled /&gt;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911C5-C66D-BA3C-E6BF-7FF9C0940940}"/>
              </a:ext>
            </a:extLst>
          </p:cNvPr>
          <p:cNvSpPr txBox="1"/>
          <p:nvPr/>
        </p:nvSpPr>
        <p:spPr>
          <a:xfrm>
            <a:off x="8307641" y="4191808"/>
            <a:ext cx="332169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User will not be able to enter text into this input</a:t>
            </a:r>
          </a:p>
          <a:p>
            <a:endParaRPr lang="en-I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D92B38-6EF6-269D-CD28-7704B7CDCCF7}"/>
              </a:ext>
            </a:extLst>
          </p:cNvPr>
          <p:cNvCxnSpPr>
            <a:cxnSpLocks/>
          </p:cNvCxnSpPr>
          <p:nvPr/>
        </p:nvCxnSpPr>
        <p:spPr>
          <a:xfrm flipH="1">
            <a:off x="6765071" y="4374043"/>
            <a:ext cx="1542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30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2CA4-E3BE-FB21-FB6A-C741E849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961" y="2694432"/>
            <a:ext cx="7474077" cy="1609344"/>
          </a:xfrm>
        </p:spPr>
        <p:txBody>
          <a:bodyPr/>
          <a:lstStyle/>
          <a:p>
            <a:r>
              <a:rPr lang="en-GB" dirty="0"/>
              <a:t>Stand up, touch your toes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5277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151</TotalTime>
  <Words>227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Consolas</vt:lpstr>
      <vt:lpstr>Rockwell</vt:lpstr>
      <vt:lpstr>Rockwell Condensed</vt:lpstr>
      <vt:lpstr>Wingdings</vt:lpstr>
      <vt:lpstr>Wood Type</vt:lpstr>
      <vt:lpstr>CSS</vt:lpstr>
      <vt:lpstr>Overview</vt:lpstr>
      <vt:lpstr>cSS (Cascading Style Sheets)</vt:lpstr>
      <vt:lpstr>Too much for this module… but</vt:lpstr>
      <vt:lpstr>Stand up, touch your toes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Beatty</dc:creator>
  <cp:lastModifiedBy>Andrew Beatty</cp:lastModifiedBy>
  <cp:revision>1</cp:revision>
  <dcterms:created xsi:type="dcterms:W3CDTF">2026-03-21T12:42:17Z</dcterms:created>
  <dcterms:modified xsi:type="dcterms:W3CDTF">2026-03-26T15:16:41Z</dcterms:modified>
</cp:coreProperties>
</file>