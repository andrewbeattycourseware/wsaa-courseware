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0" r:id="rId4"/>
    <p:sldId id="265" r:id="rId5"/>
    <p:sldId id="26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9DC86-6CBF-4B0D-9868-B98DDCF7D8C4}" v="11" dt="2026-03-26T15:16:11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custSel addSld delSld modSld">
      <pc:chgData name="Andrew Beatty" userId="ddf183e3-d1da-49e1-9619-81ceb6b4ef92" providerId="ADAL" clId="{0A9FA626-7B66-484A-9EFA-B61C399DD8F4}" dt="2026-03-26T15:16:15.867" v="583" actId="47"/>
      <pc:docMkLst>
        <pc:docMk/>
      </pc:docMkLst>
      <pc:sldChg chg="addSp delSp modSp mod modTransition modAnim">
        <pc:chgData name="Andrew Beatty" userId="ddf183e3-d1da-49e1-9619-81ceb6b4ef92" providerId="ADAL" clId="{0A9FA626-7B66-484A-9EFA-B61C399DD8F4}" dt="2026-03-26T15:16:11.538" v="582"/>
        <pc:sldMkLst>
          <pc:docMk/>
          <pc:sldMk cId="1620590380" sldId="256"/>
        </pc:sldMkLst>
        <pc:spChg chg="mod">
          <ac:chgData name="Andrew Beatty" userId="ddf183e3-d1da-49e1-9619-81ceb6b4ef92" providerId="ADAL" clId="{0A9FA626-7B66-484A-9EFA-B61C399DD8F4}" dt="2026-03-21T15:21:14.560" v="419" actId="20577"/>
          <ac:spMkLst>
            <pc:docMk/>
            <pc:sldMk cId="1620590380" sldId="256"/>
            <ac:spMk id="3" creationId="{15DA3223-C2E5-4177-8C5F-39A537E83F67}"/>
          </ac:spMkLst>
        </pc:spChg>
        <pc:picChg chg="add del mod">
          <ac:chgData name="Andrew Beatty" userId="ddf183e3-d1da-49e1-9619-81ceb6b4ef92" providerId="ADAL" clId="{0A9FA626-7B66-484A-9EFA-B61C399DD8F4}" dt="2026-03-26T15:16:11.538" v="582"/>
          <ac:picMkLst>
            <pc:docMk/>
            <pc:sldMk cId="1620590380" sldId="256"/>
            <ac:picMk id="7" creationId="{698B6DC4-1C05-155C-6F0C-9CF3F1231B18}"/>
          </ac:picMkLst>
        </pc:picChg>
      </pc:sldChg>
      <pc:sldChg chg="addSp delSp modSp mod modTransition modAnim">
        <pc:chgData name="Andrew Beatty" userId="ddf183e3-d1da-49e1-9619-81ceb6b4ef92" providerId="ADAL" clId="{0A9FA626-7B66-484A-9EFA-B61C399DD8F4}" dt="2026-03-26T15:16:11.538" v="582"/>
        <pc:sldMkLst>
          <pc:docMk/>
          <pc:sldMk cId="2196546624" sldId="257"/>
        </pc:sldMkLst>
        <pc:spChg chg="mod">
          <ac:chgData name="Andrew Beatty" userId="ddf183e3-d1da-49e1-9619-81ceb6b4ef92" providerId="ADAL" clId="{0A9FA626-7B66-484A-9EFA-B61C399DD8F4}" dt="2026-03-21T15:23:11.619" v="422" actId="6549"/>
          <ac:spMkLst>
            <pc:docMk/>
            <pc:sldMk cId="2196546624" sldId="257"/>
            <ac:spMk id="3" creationId="{FFDF8DCB-6FB2-4181-B679-CEB31C73F455}"/>
          </ac:spMkLst>
        </pc:spChg>
        <pc:picChg chg="add del mod">
          <ac:chgData name="Andrew Beatty" userId="ddf183e3-d1da-49e1-9619-81ceb6b4ef92" providerId="ADAL" clId="{0A9FA626-7B66-484A-9EFA-B61C399DD8F4}" dt="2026-03-26T15:16:11.538" v="582"/>
          <ac:picMkLst>
            <pc:docMk/>
            <pc:sldMk cId="2196546624" sldId="257"/>
            <ac:picMk id="6" creationId="{5EA48C76-4133-F218-507B-43A14A65C9AF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6:11.538" v="582"/>
        <pc:sldMkLst>
          <pc:docMk/>
          <pc:sldMk cId="3463517485" sldId="260"/>
        </pc:sldMkLst>
        <pc:picChg chg="add del mod">
          <ac:chgData name="Andrew Beatty" userId="ddf183e3-d1da-49e1-9619-81ceb6b4ef92" providerId="ADAL" clId="{0A9FA626-7B66-484A-9EFA-B61C399DD8F4}" dt="2026-03-26T15:16:11.538" v="582"/>
          <ac:picMkLst>
            <pc:docMk/>
            <pc:sldMk cId="3463517485" sldId="260"/>
            <ac:picMk id="14" creationId="{76BAF092-C803-A233-9642-50872643E702}"/>
          </ac:picMkLst>
        </pc:picChg>
      </pc:sldChg>
      <pc:sldChg chg="addSp delSp modSp mod modTransition modAnim">
        <pc:chgData name="Andrew Beatty" userId="ddf183e3-d1da-49e1-9619-81ceb6b4ef92" providerId="ADAL" clId="{0A9FA626-7B66-484A-9EFA-B61C399DD8F4}" dt="2026-03-26T15:16:11.538" v="582"/>
        <pc:sldMkLst>
          <pc:docMk/>
          <pc:sldMk cId="3911775101" sldId="265"/>
        </pc:sldMkLst>
        <pc:spChg chg="mod">
          <ac:chgData name="Andrew Beatty" userId="ddf183e3-d1da-49e1-9619-81ceb6b4ef92" providerId="ADAL" clId="{0A9FA626-7B66-484A-9EFA-B61C399DD8F4}" dt="2026-03-21T14:40:56.434" v="387" actId="20577"/>
          <ac:spMkLst>
            <pc:docMk/>
            <pc:sldMk cId="3911775101" sldId="265"/>
            <ac:spMk id="3" creationId="{B2D3ED9C-E3A7-4028-9DE5-344590339E93}"/>
          </ac:spMkLst>
        </pc:spChg>
        <pc:picChg chg="add del mod">
          <ac:chgData name="Andrew Beatty" userId="ddf183e3-d1da-49e1-9619-81ceb6b4ef92" providerId="ADAL" clId="{0A9FA626-7B66-484A-9EFA-B61C399DD8F4}" dt="2026-03-26T15:16:11.538" v="582"/>
          <ac:picMkLst>
            <pc:docMk/>
            <pc:sldMk cId="3911775101" sldId="265"/>
            <ac:picMk id="10" creationId="{73269902-7257-DBFD-02AB-85C1AC631F5E}"/>
          </ac:picMkLst>
        </pc:picChg>
      </pc:sldChg>
      <pc:sldChg chg="addSp modSp new del modTransition modAnim">
        <pc:chgData name="Andrew Beatty" userId="ddf183e3-d1da-49e1-9619-81ceb6b4ef92" providerId="ADAL" clId="{0A9FA626-7B66-484A-9EFA-B61C399DD8F4}" dt="2026-03-26T15:16:15.867" v="583" actId="47"/>
        <pc:sldMkLst>
          <pc:docMk/>
          <pc:sldMk cId="423953600" sldId="266"/>
        </pc:sldMkLst>
      </pc:sldChg>
      <pc:sldChg chg="addSp delSp modSp new mod modTransition modAnim">
        <pc:chgData name="Andrew Beatty" userId="ddf183e3-d1da-49e1-9619-81ceb6b4ef92" providerId="ADAL" clId="{0A9FA626-7B66-484A-9EFA-B61C399DD8F4}" dt="2026-03-26T15:16:11.538" v="582"/>
        <pc:sldMkLst>
          <pc:docMk/>
          <pc:sldMk cId="160685236" sldId="267"/>
        </pc:sldMkLst>
        <pc:spChg chg="mod">
          <ac:chgData name="Andrew Beatty" userId="ddf183e3-d1da-49e1-9619-81ceb6b4ef92" providerId="ADAL" clId="{0A9FA626-7B66-484A-9EFA-B61C399DD8F4}" dt="2026-03-21T15:42:27.839" v="581" actId="20577"/>
          <ac:spMkLst>
            <pc:docMk/>
            <pc:sldMk cId="160685236" sldId="267"/>
            <ac:spMk id="2" creationId="{660B09E6-7D03-AF11-F50C-0460D16F0C42}"/>
          </ac:spMkLst>
        </pc:spChg>
        <pc:picChg chg="add del mod">
          <ac:chgData name="Andrew Beatty" userId="ddf183e3-d1da-49e1-9619-81ceb6b4ef92" providerId="ADAL" clId="{0A9FA626-7B66-484A-9EFA-B61C399DD8F4}" dt="2026-03-26T15:16:11.538" v="582"/>
          <ac:picMkLst>
            <pc:docMk/>
            <pc:sldMk cId="160685236" sldId="267"/>
            <ac:picMk id="7" creationId="{6A7A2587-2C7A-D5F6-1DEB-21C1F4BD75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w.Beatty@gmit.i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1964-F02D-4725-B613-E1CA78EA36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A3223-C2E5-4177-8C5F-39A537E83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Web Services and Applications</a:t>
            </a:r>
            <a:endParaRPr lang="en-IE" dirty="0">
              <a:hlinkClick r:id="rId2"/>
            </a:endParaRPr>
          </a:p>
          <a:p>
            <a:r>
              <a:rPr lang="en-IE" dirty="0">
                <a:hlinkClick r:id="rId2"/>
              </a:rPr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2059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01D4-CBB3-4D9C-8306-F26FE57E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8DCB-6FB2-4181-B679-CEB31C73F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JavaScript (W3Schools)</a:t>
            </a:r>
          </a:p>
          <a:p>
            <a:pPr lvl="1"/>
            <a:r>
              <a:rPr lang="en-IE" dirty="0"/>
              <a:t>Overview of the language</a:t>
            </a:r>
          </a:p>
          <a:p>
            <a:pPr lvl="1"/>
            <a:r>
              <a:rPr lang="en-IE" dirty="0"/>
              <a:t>Dom manipulation</a:t>
            </a:r>
          </a:p>
          <a:p>
            <a:pPr lvl="1"/>
            <a:r>
              <a:rPr lang="en-IE" dirty="0"/>
              <a:t>Attributes</a:t>
            </a:r>
          </a:p>
          <a:p>
            <a:pPr lvl="1"/>
            <a:r>
              <a:rPr lang="en-IE" dirty="0"/>
              <a:t>Setting values and </a:t>
            </a:r>
            <a:r>
              <a:rPr lang="en-IE" dirty="0" err="1"/>
              <a:t>innerHTML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9654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AECF4-1486-47A2-A34F-FE0B049F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73539-11E2-47F2-8961-947C6DEBC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41838"/>
            <a:ext cx="10058400" cy="3374323"/>
          </a:xfrm>
        </p:spPr>
        <p:txBody>
          <a:bodyPr/>
          <a:lstStyle/>
          <a:p>
            <a:r>
              <a:rPr lang="en-IE" dirty="0"/>
              <a:t>Inside &lt;script&gt;&lt;/script&gt; tags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Blocks have {} (not indents like in python)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AFFDC-4007-4914-AA61-40789CB72825}"/>
              </a:ext>
            </a:extLst>
          </p:cNvPr>
          <p:cNvSpPr txBox="1"/>
          <p:nvPr/>
        </p:nvSpPr>
        <p:spPr>
          <a:xfrm>
            <a:off x="3004455" y="2180502"/>
            <a:ext cx="4432041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&lt;script&gt;</a:t>
            </a:r>
          </a:p>
          <a:p>
            <a:r>
              <a:rPr lang="en-IE" dirty="0"/>
              <a:t>            console.log("hello World")</a:t>
            </a:r>
          </a:p>
          <a:p>
            <a:r>
              <a:rPr lang="en-IE" dirty="0"/>
              <a:t>&lt;/script&gt;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FA429-BF28-45C9-93F6-6FE6764518C4}"/>
              </a:ext>
            </a:extLst>
          </p:cNvPr>
          <p:cNvSpPr txBox="1"/>
          <p:nvPr/>
        </p:nvSpPr>
        <p:spPr>
          <a:xfrm>
            <a:off x="8472196" y="2307994"/>
            <a:ext cx="238863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Prints to the console, not the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E5B92-5C19-4B9C-B621-EDEEA16D4561}"/>
              </a:ext>
            </a:extLst>
          </p:cNvPr>
          <p:cNvSpPr txBox="1"/>
          <p:nvPr/>
        </p:nvSpPr>
        <p:spPr>
          <a:xfrm>
            <a:off x="3004455" y="4290927"/>
            <a:ext cx="4273423" cy="20824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&lt;script&gt;</a:t>
            </a:r>
          </a:p>
          <a:p>
            <a:r>
              <a:rPr lang="en-IE" dirty="0"/>
              <a:t>             function </a:t>
            </a:r>
            <a:r>
              <a:rPr lang="en-IE" dirty="0" err="1"/>
              <a:t>sayHelloAgain</a:t>
            </a:r>
            <a:r>
              <a:rPr lang="en-IE" dirty="0"/>
              <a:t>(){</a:t>
            </a:r>
          </a:p>
          <a:p>
            <a:r>
              <a:rPr lang="en-IE" dirty="0"/>
              <a:t>                console.log("hello Again")</a:t>
            </a:r>
          </a:p>
          <a:p>
            <a:r>
              <a:rPr lang="en-IE" dirty="0"/>
              <a:t>            }</a:t>
            </a:r>
          </a:p>
          <a:p>
            <a:r>
              <a:rPr lang="en-IE" dirty="0"/>
              <a:t>            </a:t>
            </a:r>
            <a:r>
              <a:rPr lang="en-IE" dirty="0" err="1"/>
              <a:t>sayHelloAgain</a:t>
            </a:r>
            <a:r>
              <a:rPr lang="en-IE" dirty="0"/>
              <a:t>()</a:t>
            </a:r>
          </a:p>
          <a:p>
            <a:endParaRPr lang="en-IE" dirty="0"/>
          </a:p>
          <a:p>
            <a:r>
              <a:rPr lang="en-IE" dirty="0"/>
              <a:t>&lt;/script&gt;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15609E-B9BE-449F-9FB4-268CE2B9D452}"/>
              </a:ext>
            </a:extLst>
          </p:cNvPr>
          <p:cNvSpPr txBox="1"/>
          <p:nvPr/>
        </p:nvSpPr>
        <p:spPr>
          <a:xfrm>
            <a:off x="8472195" y="4373169"/>
            <a:ext cx="238863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Define block of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6F2E12-F887-4E8B-A347-9EB5D7BD886F}"/>
              </a:ext>
            </a:extLst>
          </p:cNvPr>
          <p:cNvSpPr txBox="1"/>
          <p:nvPr/>
        </p:nvSpPr>
        <p:spPr>
          <a:xfrm>
            <a:off x="8472196" y="5834717"/>
            <a:ext cx="238863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Calls function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B82DC6-9840-405F-AB55-B53AEF8F0677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6568751" y="4695547"/>
            <a:ext cx="1903444" cy="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5ABF3F-5B58-40D0-8E41-F8365422BDEE}"/>
              </a:ext>
            </a:extLst>
          </p:cNvPr>
          <p:cNvCxnSpPr/>
          <p:nvPr/>
        </p:nvCxnSpPr>
        <p:spPr>
          <a:xfrm flipH="1" flipV="1">
            <a:off x="5589037" y="5598520"/>
            <a:ext cx="2883158" cy="281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9FDDE9-243E-4B4F-BE57-E55E90B2A4F6}"/>
              </a:ext>
            </a:extLst>
          </p:cNvPr>
          <p:cNvCxnSpPr/>
          <p:nvPr/>
        </p:nvCxnSpPr>
        <p:spPr>
          <a:xfrm flipH="1">
            <a:off x="3937518" y="4695546"/>
            <a:ext cx="4534677" cy="636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7BD72B-C87E-4E57-BA8D-B905C681B8C1}"/>
              </a:ext>
            </a:extLst>
          </p:cNvPr>
          <p:cNvSpPr txBox="1"/>
          <p:nvPr/>
        </p:nvSpPr>
        <p:spPr>
          <a:xfrm>
            <a:off x="6568751" y="3544653"/>
            <a:ext cx="238863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Name of function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631436-1D55-4747-B58B-930A05C2A34D}"/>
              </a:ext>
            </a:extLst>
          </p:cNvPr>
          <p:cNvCxnSpPr>
            <a:cxnSpLocks/>
          </p:cNvCxnSpPr>
          <p:nvPr/>
        </p:nvCxnSpPr>
        <p:spPr>
          <a:xfrm flipH="1">
            <a:off x="5253134" y="3913592"/>
            <a:ext cx="1483568" cy="725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51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7477-7865-4C83-8F7A-F241EF14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JavaScript to/from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3ED9C-E3A7-4028-9DE5-344590339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Onclick attribute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Document </a:t>
            </a:r>
            <a:r>
              <a:rPr lang="en-IE" dirty="0" err="1"/>
              <a:t>getElementById</a:t>
            </a:r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pPr marL="0" indent="0">
              <a:buNone/>
            </a:pPr>
            <a:r>
              <a:rPr lang="en-IE" dirty="0"/>
              <a:t>Exercise:</a:t>
            </a:r>
          </a:p>
          <a:p>
            <a:pPr marL="0" indent="0">
              <a:buNone/>
            </a:pPr>
            <a:r>
              <a:rPr lang="en-IE" dirty="0"/>
              <a:t>Make a webpage with an input and a button, when the user clicks the button then the contents of the input will display in another div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DCC3A-1837-44ED-8069-90EAB3BC9010}"/>
              </a:ext>
            </a:extLst>
          </p:cNvPr>
          <p:cNvSpPr txBox="1"/>
          <p:nvPr/>
        </p:nvSpPr>
        <p:spPr>
          <a:xfrm>
            <a:off x="1987420" y="2510494"/>
            <a:ext cx="6867331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&lt;button onclick="</a:t>
            </a:r>
            <a:r>
              <a:rPr lang="en-IE" dirty="0" err="1"/>
              <a:t>myFunction</a:t>
            </a:r>
            <a:r>
              <a:rPr lang="en-IE" dirty="0"/>
              <a:t>('hello')"&gt;click me&lt;/button&gt;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D3EBD-2F04-4B11-BC3D-0ED42E57B915}"/>
              </a:ext>
            </a:extLst>
          </p:cNvPr>
          <p:cNvSpPr txBox="1"/>
          <p:nvPr/>
        </p:nvSpPr>
        <p:spPr>
          <a:xfrm>
            <a:off x="1987418" y="3622459"/>
            <a:ext cx="6867331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 &lt;div id="</a:t>
            </a:r>
            <a:r>
              <a:rPr lang="en-IE" dirty="0" err="1"/>
              <a:t>messageOut</a:t>
            </a:r>
            <a:r>
              <a:rPr lang="en-IE" dirty="0"/>
              <a:t>"&gt;&lt;/div&gt;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BFE63-A862-4050-B4E3-8DEA251EBA27}"/>
              </a:ext>
            </a:extLst>
          </p:cNvPr>
          <p:cNvSpPr txBox="1"/>
          <p:nvPr/>
        </p:nvSpPr>
        <p:spPr>
          <a:xfrm>
            <a:off x="1987418" y="4146804"/>
            <a:ext cx="749248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  </a:t>
            </a:r>
            <a:r>
              <a:rPr lang="en-IE" dirty="0" err="1"/>
              <a:t>document.getElementById</a:t>
            </a:r>
            <a:r>
              <a:rPr lang="en-IE" dirty="0"/>
              <a:t>('</a:t>
            </a:r>
            <a:r>
              <a:rPr lang="en-IE" dirty="0" err="1"/>
              <a:t>messageOut</a:t>
            </a:r>
            <a:r>
              <a:rPr lang="en-IE" dirty="0"/>
              <a:t>').</a:t>
            </a:r>
            <a:r>
              <a:rPr lang="en-IE" dirty="0" err="1"/>
              <a:t>innerText</a:t>
            </a:r>
            <a:r>
              <a:rPr lang="en-IE" dirty="0"/>
              <a:t> = message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1177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09E6-7D03-AF11-F50C-0460D16F0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000" dirty="0"/>
              <a:t>Doing the lab will help you understand </a:t>
            </a:r>
            <a:r>
              <a:rPr lang="en-GB" sz="4000" dirty="0" err="1"/>
              <a:t>javascript</a:t>
            </a:r>
            <a:r>
              <a:rPr lang="en-GB" sz="4000" dirty="0"/>
              <a:t>.</a:t>
            </a:r>
            <a:br>
              <a:rPr lang="en-GB" dirty="0"/>
            </a:br>
            <a:r>
              <a:rPr lang="en-GB" sz="3100" dirty="0"/>
              <a:t>So I leave </a:t>
            </a:r>
            <a:r>
              <a:rPr lang="en-GB" sz="3100"/>
              <a:t>it to you, </a:t>
            </a:r>
            <a:r>
              <a:rPr lang="en-GB" sz="3100" dirty="0"/>
              <a:t>to decide if you want to do it</a:t>
            </a:r>
            <a:endParaRPr lang="en-IE" sz="3100" dirty="0"/>
          </a:p>
        </p:txBody>
      </p:sp>
    </p:spTree>
    <p:extLst>
      <p:ext uri="{BB962C8B-B14F-4D97-AF65-F5344CB8AC3E}">
        <p14:creationId xmlns:p14="http://schemas.microsoft.com/office/powerpoint/2010/main" val="1606852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4266</TotalTime>
  <Words>195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Rockwell</vt:lpstr>
      <vt:lpstr>Rockwell Condensed</vt:lpstr>
      <vt:lpstr>Wingdings</vt:lpstr>
      <vt:lpstr>Wood Type</vt:lpstr>
      <vt:lpstr>JavaScript</vt:lpstr>
      <vt:lpstr>Overview</vt:lpstr>
      <vt:lpstr>JavaScript</vt:lpstr>
      <vt:lpstr>JavaScript to/from html</vt:lpstr>
      <vt:lpstr>Doing the lab will help you understand javascript. So I leave it to you, to decide if you want to do 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Andrew Beatty</dc:creator>
  <cp:lastModifiedBy>Andrew Beatty</cp:lastModifiedBy>
  <cp:revision>25</cp:revision>
  <dcterms:created xsi:type="dcterms:W3CDTF">2019-10-02T11:35:17Z</dcterms:created>
  <dcterms:modified xsi:type="dcterms:W3CDTF">2026-03-26T15:16:20Z</dcterms:modified>
</cp:coreProperties>
</file>