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9" r:id="rId3"/>
    <p:sldId id="260" r:id="rId4"/>
    <p:sldId id="27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0B042F-07C8-4E90-9D60-55F50A7D5180}" v="35" dt="2026-03-26T15:16:47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addSld delSld modSld sldOrd">
      <pc:chgData name="Andrew Beatty" userId="ddf183e3-d1da-49e1-9619-81ceb6b4ef92" providerId="ADAL" clId="{0A9FA626-7B66-484A-9EFA-B61C399DD8F4}" dt="2026-03-26T15:16:57.036" v="1411" actId="47"/>
      <pc:docMkLst>
        <pc:docMk/>
      </pc:docMkLst>
      <pc:sldChg chg="addSp delSp modSp mod modTransition modAnim">
        <pc:chgData name="Andrew Beatty" userId="ddf183e3-d1da-49e1-9619-81ceb6b4ef92" providerId="ADAL" clId="{0A9FA626-7B66-484A-9EFA-B61C399DD8F4}" dt="2026-03-26T15:16:47.008" v="1406"/>
        <pc:sldMkLst>
          <pc:docMk/>
          <pc:sldMk cId="2959008185" sldId="256"/>
        </pc:sldMkLst>
        <pc:spChg chg="mod">
          <ac:chgData name="Andrew Beatty" userId="ddf183e3-d1da-49e1-9619-81ceb6b4ef92" providerId="ADAL" clId="{0A9FA626-7B66-484A-9EFA-B61C399DD8F4}" dt="2026-03-20T16:38:23.424" v="981" actId="255"/>
          <ac:spMkLst>
            <pc:docMk/>
            <pc:sldMk cId="2959008185" sldId="256"/>
            <ac:spMk id="2" creationId="{FBD33BC7-9F71-4B9D-14C5-2199BDF2CBCA}"/>
          </ac:spMkLst>
        </pc:spChg>
        <pc:picChg chg="add del mod">
          <ac:chgData name="Andrew Beatty" userId="ddf183e3-d1da-49e1-9619-81ceb6b4ef92" providerId="ADAL" clId="{0A9FA626-7B66-484A-9EFA-B61C399DD8F4}" dt="2026-03-26T15:16:47.008" v="1406"/>
          <ac:picMkLst>
            <pc:docMk/>
            <pc:sldMk cId="2959008185" sldId="256"/>
            <ac:picMk id="25" creationId="{A10B879C-7303-243A-B327-FADC927F4B17}"/>
          </ac:picMkLst>
        </pc:picChg>
      </pc:sldChg>
      <pc:sldChg chg="addSp delSp modSp del mod ord modTransition delAnim modAnim">
        <pc:chgData name="Andrew Beatty" userId="ddf183e3-d1da-49e1-9619-81ceb6b4ef92" providerId="ADAL" clId="{0A9FA626-7B66-484A-9EFA-B61C399DD8F4}" dt="2026-03-26T15:16:48.835" v="1407" actId="47"/>
        <pc:sldMkLst>
          <pc:docMk/>
          <pc:sldMk cId="626804028" sldId="257"/>
        </pc:sldMkLst>
      </pc:sldChg>
      <pc:sldChg chg="addSp delSp modSp modTransition modAnim">
        <pc:chgData name="Andrew Beatty" userId="ddf183e3-d1da-49e1-9619-81ceb6b4ef92" providerId="ADAL" clId="{0A9FA626-7B66-484A-9EFA-B61C399DD8F4}" dt="2026-03-26T15:16:47.008" v="1406"/>
        <pc:sldMkLst>
          <pc:docMk/>
          <pc:sldMk cId="2079776044" sldId="258"/>
        </pc:sldMkLst>
        <pc:picChg chg="add del mod">
          <ac:chgData name="Andrew Beatty" userId="ddf183e3-d1da-49e1-9619-81ceb6b4ef92" providerId="ADAL" clId="{0A9FA626-7B66-484A-9EFA-B61C399DD8F4}" dt="2026-03-26T15:16:47.008" v="1406"/>
          <ac:picMkLst>
            <pc:docMk/>
            <pc:sldMk cId="2079776044" sldId="258"/>
            <ac:picMk id="6" creationId="{DC4FEA88-B0FC-88B5-BAE2-0F25A398E5E9}"/>
          </ac:picMkLst>
        </pc:picChg>
      </pc:sldChg>
      <pc:sldChg chg="addSp delSp modSp new mod modTransition modAnim">
        <pc:chgData name="Andrew Beatty" userId="ddf183e3-d1da-49e1-9619-81ceb6b4ef92" providerId="ADAL" clId="{0A9FA626-7B66-484A-9EFA-B61C399DD8F4}" dt="2026-03-26T15:16:47.008" v="1406"/>
        <pc:sldMkLst>
          <pc:docMk/>
          <pc:sldMk cId="2445476994" sldId="259"/>
        </pc:sldMkLst>
        <pc:spChg chg="mod">
          <ac:chgData name="Andrew Beatty" userId="ddf183e3-d1da-49e1-9619-81ceb6b4ef92" providerId="ADAL" clId="{0A9FA626-7B66-484A-9EFA-B61C399DD8F4}" dt="2026-03-20T16:21:39.026" v="23" actId="20577"/>
          <ac:spMkLst>
            <pc:docMk/>
            <pc:sldMk cId="2445476994" sldId="259"/>
            <ac:spMk id="2" creationId="{7CD3A8C2-BF26-39FA-3BD6-5AF93DA17AE4}"/>
          </ac:spMkLst>
        </pc:spChg>
        <pc:spChg chg="mod">
          <ac:chgData name="Andrew Beatty" userId="ddf183e3-d1da-49e1-9619-81ceb6b4ef92" providerId="ADAL" clId="{0A9FA626-7B66-484A-9EFA-B61C399DD8F4}" dt="2026-03-20T16:28:05.408" v="374" actId="20577"/>
          <ac:spMkLst>
            <pc:docMk/>
            <pc:sldMk cId="2445476994" sldId="259"/>
            <ac:spMk id="3" creationId="{BB073635-7D9F-32D8-A4F6-ADD7C9D07583}"/>
          </ac:spMkLst>
        </pc:spChg>
        <pc:picChg chg="add del mod">
          <ac:chgData name="Andrew Beatty" userId="ddf183e3-d1da-49e1-9619-81ceb6b4ef92" providerId="ADAL" clId="{0A9FA626-7B66-484A-9EFA-B61C399DD8F4}" dt="2026-03-26T15:16:47.008" v="1406"/>
          <ac:picMkLst>
            <pc:docMk/>
            <pc:sldMk cId="2445476994" sldId="259"/>
            <ac:picMk id="12" creationId="{6692B55D-7A63-C977-A603-3BEA603CC7EF}"/>
          </ac:picMkLst>
        </pc:picChg>
      </pc:sldChg>
      <pc:sldChg chg="addSp delSp modSp new mod ord modTransition modAnim">
        <pc:chgData name="Andrew Beatty" userId="ddf183e3-d1da-49e1-9619-81ceb6b4ef92" providerId="ADAL" clId="{0A9FA626-7B66-484A-9EFA-B61C399DD8F4}" dt="2026-03-26T15:16:47.008" v="1406"/>
        <pc:sldMkLst>
          <pc:docMk/>
          <pc:sldMk cId="1966206868" sldId="260"/>
        </pc:sldMkLst>
        <pc:spChg chg="mod">
          <ac:chgData name="Andrew Beatty" userId="ddf183e3-d1da-49e1-9619-81ceb6b4ef92" providerId="ADAL" clId="{0A9FA626-7B66-484A-9EFA-B61C399DD8F4}" dt="2026-03-20T16:28:25.274" v="391" actId="20577"/>
          <ac:spMkLst>
            <pc:docMk/>
            <pc:sldMk cId="1966206868" sldId="260"/>
            <ac:spMk id="2" creationId="{D97EB15C-EC5B-E841-4AA8-5907C866AA17}"/>
          </ac:spMkLst>
        </pc:spChg>
        <pc:spChg chg="mod">
          <ac:chgData name="Andrew Beatty" userId="ddf183e3-d1da-49e1-9619-81ceb6b4ef92" providerId="ADAL" clId="{0A9FA626-7B66-484A-9EFA-B61C399DD8F4}" dt="2026-03-20T16:32:37.706" v="952" actId="20577"/>
          <ac:spMkLst>
            <pc:docMk/>
            <pc:sldMk cId="1966206868" sldId="260"/>
            <ac:spMk id="3" creationId="{AE0ADB1D-8CD5-1C12-4716-A17B2CB3BB14}"/>
          </ac:spMkLst>
        </pc:spChg>
        <pc:picChg chg="add del mod">
          <ac:chgData name="Andrew Beatty" userId="ddf183e3-d1da-49e1-9619-81ceb6b4ef92" providerId="ADAL" clId="{0A9FA626-7B66-484A-9EFA-B61C399DD8F4}" dt="2026-03-26T15:16:47.008" v="1406"/>
          <ac:picMkLst>
            <pc:docMk/>
            <pc:sldMk cId="1966206868" sldId="260"/>
            <ac:picMk id="7" creationId="{C3B12B35-997B-45F0-8932-F0F36E202A67}"/>
          </ac:picMkLst>
        </pc:picChg>
      </pc:sldChg>
      <pc:sldChg chg="addSp delSp modSp new del mod modTransition modAnim">
        <pc:chgData name="Andrew Beatty" userId="ddf183e3-d1da-49e1-9619-81ceb6b4ef92" providerId="ADAL" clId="{0A9FA626-7B66-484A-9EFA-B61C399DD8F4}" dt="2026-03-26T15:16:50.224" v="1408" actId="47"/>
        <pc:sldMkLst>
          <pc:docMk/>
          <pc:sldMk cId="2224717445" sldId="261"/>
        </pc:sldMkLst>
      </pc:sldChg>
      <pc:sldChg chg="addSp delSp modSp new del mod modTransition delAnim modAnim">
        <pc:chgData name="Andrew Beatty" userId="ddf183e3-d1da-49e1-9619-81ceb6b4ef92" providerId="ADAL" clId="{0A9FA626-7B66-484A-9EFA-B61C399DD8F4}" dt="2026-03-26T15:16:51.859" v="1409" actId="47"/>
        <pc:sldMkLst>
          <pc:docMk/>
          <pc:sldMk cId="3985483531" sldId="264"/>
        </pc:sldMkLst>
      </pc:sldChg>
      <pc:sldChg chg="addSp delSp modSp new del mod modTransition delAnim modAnim">
        <pc:chgData name="Andrew Beatty" userId="ddf183e3-d1da-49e1-9619-81ceb6b4ef92" providerId="ADAL" clId="{0A9FA626-7B66-484A-9EFA-B61C399DD8F4}" dt="2026-03-26T15:16:54.050" v="1410" actId="47"/>
        <pc:sldMkLst>
          <pc:docMk/>
          <pc:sldMk cId="276634515" sldId="265"/>
        </pc:sldMkLst>
      </pc:sldChg>
      <pc:sldChg chg="addSp modSp new del modTransition modAnim">
        <pc:chgData name="Andrew Beatty" userId="ddf183e3-d1da-49e1-9619-81ceb6b4ef92" providerId="ADAL" clId="{0A9FA626-7B66-484A-9EFA-B61C399DD8F4}" dt="2026-03-26T15:16:57.036" v="1411" actId="47"/>
        <pc:sldMkLst>
          <pc:docMk/>
          <pc:sldMk cId="2583656761" sldId="266"/>
        </pc:sldMkLst>
      </pc:sldChg>
      <pc:sldChg chg="addSp delSp modSp new mod ord modTransition modAnim">
        <pc:chgData name="Andrew Beatty" userId="ddf183e3-d1da-49e1-9619-81ceb6b4ef92" providerId="ADAL" clId="{0A9FA626-7B66-484A-9EFA-B61C399DD8F4}" dt="2026-03-26T15:16:47.008" v="1406"/>
        <pc:sldMkLst>
          <pc:docMk/>
          <pc:sldMk cId="1430440202" sldId="270"/>
        </pc:sldMkLst>
        <pc:spChg chg="mod">
          <ac:chgData name="Andrew Beatty" userId="ddf183e3-d1da-49e1-9619-81ceb6b4ef92" providerId="ADAL" clId="{0A9FA626-7B66-484A-9EFA-B61C399DD8F4}" dt="2026-03-20T18:32:55.792" v="1053" actId="20577"/>
          <ac:spMkLst>
            <pc:docMk/>
            <pc:sldMk cId="1430440202" sldId="270"/>
            <ac:spMk id="2" creationId="{D9B95644-FAF2-B65D-3A82-1DA1B12F897F}"/>
          </ac:spMkLst>
        </pc:spChg>
        <pc:spChg chg="mod">
          <ac:chgData name="Andrew Beatty" userId="ddf183e3-d1da-49e1-9619-81ceb6b4ef92" providerId="ADAL" clId="{0A9FA626-7B66-484A-9EFA-B61C399DD8F4}" dt="2026-03-20T18:35:26.835" v="1393" actId="20577"/>
          <ac:spMkLst>
            <pc:docMk/>
            <pc:sldMk cId="1430440202" sldId="270"/>
            <ac:spMk id="3" creationId="{3FBC980F-0C1C-4764-A742-F7A11F7F1D50}"/>
          </ac:spMkLst>
        </pc:spChg>
        <pc:picChg chg="add del mod">
          <ac:chgData name="Andrew Beatty" userId="ddf183e3-d1da-49e1-9619-81ceb6b4ef92" providerId="ADAL" clId="{0A9FA626-7B66-484A-9EFA-B61C399DD8F4}" dt="2026-03-26T15:16:47.008" v="1406"/>
          <ac:picMkLst>
            <pc:docMk/>
            <pc:sldMk cId="1430440202" sldId="270"/>
            <ac:picMk id="6" creationId="{37542801-38E3-8033-BD4D-F2E8BA58E9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3BC7-9F71-4B9D-14C5-2199BDF2CB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sz="6000" dirty="0"/>
              <a:t>Client-side of web application</a:t>
            </a:r>
            <a:br>
              <a:rPr lang="en-IE" sz="8000" dirty="0"/>
            </a:br>
            <a:r>
              <a:rPr lang="en-IE" sz="1800" dirty="0"/>
              <a:t>with LLM/AI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D555F-8C84-E888-8E8A-A4488D360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Web Services and Applications</a:t>
            </a:r>
          </a:p>
          <a:p>
            <a:r>
              <a:rPr lang="en-IE" dirty="0"/>
              <a:t>Andrew.Beatty@ATU.ie</a:t>
            </a:r>
          </a:p>
        </p:txBody>
      </p:sp>
    </p:spTree>
    <p:extLst>
      <p:ext uri="{BB962C8B-B14F-4D97-AF65-F5344CB8AC3E}">
        <p14:creationId xmlns:p14="http://schemas.microsoft.com/office/powerpoint/2010/main" val="295900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A8C2-BF26-39FA-3BD6-5AF93DA1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LLMs/Ai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73635-7D9F-32D8-A4F6-ADD7C9D07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GitHub Copilot</a:t>
            </a:r>
          </a:p>
          <a:p>
            <a:r>
              <a:rPr lang="en-IE" dirty="0"/>
              <a:t>ChatGPT (OpenAI)</a:t>
            </a:r>
          </a:p>
          <a:p>
            <a:r>
              <a:rPr lang="en-IE" dirty="0"/>
              <a:t>Claude Code (Anthropic)</a:t>
            </a:r>
          </a:p>
          <a:p>
            <a:r>
              <a:rPr lang="en-IE" dirty="0"/>
              <a:t>Google Gemini Code Assist</a:t>
            </a:r>
          </a:p>
          <a:p>
            <a:r>
              <a:rPr lang="en-IE" dirty="0"/>
              <a:t>Amazon Q Developer</a:t>
            </a:r>
          </a:p>
          <a:p>
            <a:pPr marL="0" indent="0">
              <a:buNone/>
            </a:pPr>
            <a:r>
              <a:rPr lang="en-IE" dirty="0"/>
              <a:t>I want to use something that is</a:t>
            </a:r>
          </a:p>
          <a:p>
            <a:r>
              <a:rPr lang="en-IE" dirty="0"/>
              <a:t>Free for you and </a:t>
            </a:r>
          </a:p>
          <a:p>
            <a:r>
              <a:rPr lang="en-IE" dirty="0"/>
              <a:t>Produces something that is easy to understand</a:t>
            </a:r>
          </a:p>
        </p:txBody>
      </p:sp>
    </p:spTree>
    <p:extLst>
      <p:ext uri="{BB962C8B-B14F-4D97-AF65-F5344CB8AC3E}">
        <p14:creationId xmlns:p14="http://schemas.microsoft.com/office/powerpoint/2010/main" val="2445476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B15C-EC5B-E841-4AA8-5907C866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ADB1D-8CD5-1C12-4716-A17B2CB3B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want to create a client-side applications that interacts with the CRUD API we made over the last two topics.</a:t>
            </a:r>
          </a:p>
          <a:p>
            <a:pPr marL="0" indent="0">
              <a:buNone/>
            </a:pPr>
            <a:r>
              <a:rPr lang="en-GB" dirty="0"/>
              <a:t>This will consist of </a:t>
            </a:r>
          </a:p>
          <a:p>
            <a:r>
              <a:rPr lang="en-GB" dirty="0"/>
              <a:t>HTML to create the page layout</a:t>
            </a:r>
          </a:p>
          <a:p>
            <a:r>
              <a:rPr lang="en-GB" dirty="0"/>
              <a:t>CSS (cascading Style Sheets) for the look of the page</a:t>
            </a:r>
          </a:p>
          <a:p>
            <a:r>
              <a:rPr lang="en-GB" dirty="0" err="1"/>
              <a:t>Javascript</a:t>
            </a:r>
            <a:r>
              <a:rPr lang="en-GB" dirty="0"/>
              <a:t> file for functionality</a:t>
            </a:r>
          </a:p>
          <a:p>
            <a:r>
              <a:rPr lang="en-GB" dirty="0" err="1"/>
              <a:t>Jquery</a:t>
            </a:r>
            <a:r>
              <a:rPr lang="en-GB" dirty="0"/>
              <a:t> AJAX calls to make the API calls</a:t>
            </a:r>
          </a:p>
          <a:p>
            <a:pPr marL="0" indent="0">
              <a:buNone/>
            </a:pPr>
            <a:r>
              <a:rPr lang="en-GB" dirty="0"/>
              <a:t>I will talk about each of these in the subsequent lectures </a:t>
            </a:r>
          </a:p>
          <a:p>
            <a:pPr marL="0" indent="0">
              <a:buNone/>
            </a:pPr>
            <a:r>
              <a:rPr lang="en-GB" sz="1100" dirty="0"/>
              <a:t>(I am doing this backwards)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6620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5644-FAF2-B65D-3A82-1DA1B12F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I start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980F-0C1C-4764-A742-F7A11F7F1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I first did this exercise, it worked perfectly</a:t>
            </a:r>
          </a:p>
          <a:p>
            <a:r>
              <a:rPr lang="en-GB" dirty="0"/>
              <a:t>Every time you prompt the AI it can give a different response.</a:t>
            </a:r>
          </a:p>
          <a:p>
            <a:pPr lvl="1"/>
            <a:r>
              <a:rPr lang="en-GB" dirty="0"/>
              <a:t>Copilot sometimes gave me code which errors in it.</a:t>
            </a:r>
          </a:p>
          <a:p>
            <a:pPr lvl="1"/>
            <a:r>
              <a:rPr lang="en-GB" dirty="0"/>
              <a:t>Sometimes it gave me React code (not what I need for this exercise)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30440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55BC-3DA7-B89F-0ACA-922D86F0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870" y="2429809"/>
            <a:ext cx="3369148" cy="1609344"/>
          </a:xfrm>
        </p:spPr>
        <p:txBody>
          <a:bodyPr/>
          <a:lstStyle/>
          <a:p>
            <a:r>
              <a:rPr lang="en-IE" dirty="0"/>
              <a:t>Stand up</a:t>
            </a:r>
          </a:p>
        </p:txBody>
      </p:sp>
    </p:spTree>
    <p:extLst>
      <p:ext uri="{BB962C8B-B14F-4D97-AF65-F5344CB8AC3E}">
        <p14:creationId xmlns:p14="http://schemas.microsoft.com/office/powerpoint/2010/main" val="2079776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226</TotalTime>
  <Words>187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Rockwell</vt:lpstr>
      <vt:lpstr>Rockwell Condensed</vt:lpstr>
      <vt:lpstr>Wingdings</vt:lpstr>
      <vt:lpstr>Wood Type</vt:lpstr>
      <vt:lpstr>Client-side of web application with LLM/AI</vt:lpstr>
      <vt:lpstr>LLMs/Ai</vt:lpstr>
      <vt:lpstr>The Problem</vt:lpstr>
      <vt:lpstr>Before I start</vt:lpstr>
      <vt:lpstr>Stand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Beatty</dc:creator>
  <cp:lastModifiedBy>Andrew Beatty</cp:lastModifiedBy>
  <cp:revision>1</cp:revision>
  <dcterms:created xsi:type="dcterms:W3CDTF">2024-03-21T15:01:12Z</dcterms:created>
  <dcterms:modified xsi:type="dcterms:W3CDTF">2026-03-26T15:16:57Z</dcterms:modified>
</cp:coreProperties>
</file>