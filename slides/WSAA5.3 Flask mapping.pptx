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85" r:id="rId3"/>
    <p:sldId id="288" r:id="rId4"/>
    <p:sldId id="274" r:id="rId5"/>
    <p:sldId id="283" r:id="rId6"/>
    <p:sldId id="289" r:id="rId7"/>
    <p:sldId id="287" r:id="rId8"/>
    <p:sldId id="258" r:id="rId9"/>
    <p:sldId id="265" r:id="rId10"/>
    <p:sldId id="277" r:id="rId11"/>
    <p:sldId id="290" r:id="rId12"/>
    <p:sldId id="2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B93874-8CCD-4E14-A754-32A4AFF48307}" v="19" dt="2024-02-28T17:47:58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DA5DBF5A-F565-42C5-9FEF-6315420EB925}"/>
    <pc:docChg chg="custSel addSld delSld modSld sldOrd">
      <pc:chgData name="Andrew Beatty" userId="ddf183e3-d1da-49e1-9619-81ceb6b4ef92" providerId="ADAL" clId="{DA5DBF5A-F565-42C5-9FEF-6315420EB925}" dt="2022-11-08T11:16:13.294" v="361"/>
      <pc:docMkLst>
        <pc:docMk/>
      </pc:docMkLst>
      <pc:sldChg chg="addSp delSp modSp mod modTransition modAnim">
        <pc:chgData name="Andrew Beatty" userId="ddf183e3-d1da-49e1-9619-81ceb6b4ef92" providerId="ADAL" clId="{DA5DBF5A-F565-42C5-9FEF-6315420EB925}" dt="2022-11-08T10:31:01.787" v="234"/>
        <pc:sldMkLst>
          <pc:docMk/>
          <pc:sldMk cId="715115145" sldId="256"/>
        </pc:sldMkLst>
        <pc:spChg chg="mod">
          <ac:chgData name="Andrew Beatty" userId="ddf183e3-d1da-49e1-9619-81ceb6b4ef92" providerId="ADAL" clId="{DA5DBF5A-F565-42C5-9FEF-6315420EB925}" dt="2022-11-07T21:44:51.976" v="7" actId="20577"/>
          <ac:spMkLst>
            <pc:docMk/>
            <pc:sldMk cId="715115145" sldId="256"/>
            <ac:spMk id="2" creationId="{2B1539A4-D44D-49B2-B0D1-95366E5C4EF6}"/>
          </ac:spMkLst>
        </pc:spChg>
        <pc:spChg chg="mod">
          <ac:chgData name="Andrew Beatty" userId="ddf183e3-d1da-49e1-9619-81ceb6b4ef92" providerId="ADAL" clId="{DA5DBF5A-F565-42C5-9FEF-6315420EB925}" dt="2022-11-07T21:45:05.952" v="19" actId="20577"/>
          <ac:spMkLst>
            <pc:docMk/>
            <pc:sldMk cId="715115145" sldId="256"/>
            <ac:spMk id="3" creationId="{1CF98235-7A08-4023-9E21-3260E66B284B}"/>
          </ac:spMkLst>
        </pc:sp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715115145" sldId="256"/>
            <ac:picMk id="4" creationId="{279568C4-287C-42AE-B190-C633251E80E0}"/>
          </ac:picMkLst>
        </pc:picChg>
        <pc:picChg chg="add del mod">
          <ac:chgData name="Andrew Beatty" userId="ddf183e3-d1da-49e1-9619-81ceb6b4ef92" providerId="ADAL" clId="{DA5DBF5A-F565-42C5-9FEF-6315420EB925}" dt="2022-11-08T10:30:34.752" v="233"/>
          <ac:picMkLst>
            <pc:docMk/>
            <pc:sldMk cId="715115145" sldId="256"/>
            <ac:picMk id="5" creationId="{E8930B07-B6A0-69C7-9CBC-4C3EC1D2F14E}"/>
          </ac:picMkLst>
        </pc:picChg>
        <pc:picChg chg="add mod">
          <ac:chgData name="Andrew Beatty" userId="ddf183e3-d1da-49e1-9619-81ceb6b4ef92" providerId="ADAL" clId="{DA5DBF5A-F565-42C5-9FEF-6315420EB925}" dt="2022-11-08T10:31:01.787" v="234"/>
          <ac:picMkLst>
            <pc:docMk/>
            <pc:sldMk cId="715115145" sldId="256"/>
            <ac:picMk id="6" creationId="{A8B8CD15-9E36-1E90-A395-7AE8C0A9A8B7}"/>
          </ac:picMkLst>
        </pc:picChg>
      </pc:sldChg>
      <pc:sldChg chg="addSp delSp modSp mod modTransition modAnim">
        <pc:chgData name="Andrew Beatty" userId="ddf183e3-d1da-49e1-9619-81ceb6b4ef92" providerId="ADAL" clId="{DA5DBF5A-F565-42C5-9FEF-6315420EB925}" dt="2022-11-08T10:47:20.515" v="241"/>
        <pc:sldMkLst>
          <pc:docMk/>
          <pc:sldMk cId="1798838763" sldId="258"/>
        </pc:sldMkLst>
        <pc:spChg chg="del">
          <ac:chgData name="Andrew Beatty" userId="ddf183e3-d1da-49e1-9619-81ceb6b4ef92" providerId="ADAL" clId="{DA5DBF5A-F565-42C5-9FEF-6315420EB925}" dt="2022-11-07T21:45:28.688" v="24" actId="478"/>
          <ac:spMkLst>
            <pc:docMk/>
            <pc:sldMk cId="1798838763" sldId="258"/>
            <ac:spMk id="6" creationId="{7FA083C8-D5A5-4E0C-BA99-9CE7F42357DD}"/>
          </ac:spMkLst>
        </pc:spChg>
        <pc:spChg chg="mod">
          <ac:chgData name="Andrew Beatty" userId="ddf183e3-d1da-49e1-9619-81ceb6b4ef92" providerId="ADAL" clId="{DA5DBF5A-F565-42C5-9FEF-6315420EB925}" dt="2022-11-07T21:46:06.201" v="77" actId="20577"/>
          <ac:spMkLst>
            <pc:docMk/>
            <pc:sldMk cId="1798838763" sldId="258"/>
            <ac:spMk id="7" creationId="{6EF2FE50-1704-41D4-8760-D935CABEB26A}"/>
          </ac:spMkLst>
        </pc:spChg>
        <pc:spChg chg="del mod">
          <ac:chgData name="Andrew Beatty" userId="ddf183e3-d1da-49e1-9619-81ceb6b4ef92" providerId="ADAL" clId="{DA5DBF5A-F565-42C5-9FEF-6315420EB925}" dt="2022-11-07T21:45:39.432" v="29" actId="478"/>
          <ac:spMkLst>
            <pc:docMk/>
            <pc:sldMk cId="1798838763" sldId="258"/>
            <ac:spMk id="8" creationId="{BB23D2F8-99F6-47BC-8489-3E380727ECEC}"/>
          </ac:spMkLst>
        </pc:spChg>
        <pc:spChg chg="del mod">
          <ac:chgData name="Andrew Beatty" userId="ddf183e3-d1da-49e1-9619-81ceb6b4ef92" providerId="ADAL" clId="{DA5DBF5A-F565-42C5-9FEF-6315420EB925}" dt="2022-11-07T21:45:25.895" v="23" actId="478"/>
          <ac:spMkLst>
            <pc:docMk/>
            <pc:sldMk cId="1798838763" sldId="258"/>
            <ac:spMk id="9" creationId="{81D69726-DD9C-4321-AFE8-921AD640E29C}"/>
          </ac:spMkLst>
        </pc:spChg>
        <pc:spChg chg="del">
          <ac:chgData name="Andrew Beatty" userId="ddf183e3-d1da-49e1-9619-81ceb6b4ef92" providerId="ADAL" clId="{DA5DBF5A-F565-42C5-9FEF-6315420EB925}" dt="2022-11-07T21:45:31.912" v="26" actId="478"/>
          <ac:spMkLst>
            <pc:docMk/>
            <pc:sldMk cId="1798838763" sldId="258"/>
            <ac:spMk id="14" creationId="{26F95FFB-0FDF-471E-B446-6A0F9987A515}"/>
          </ac:spMkLst>
        </pc:sp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1798838763" sldId="258"/>
            <ac:picMk id="3" creationId="{130A2386-985E-46E5-9FDD-11EBB8EB62A3}"/>
          </ac:picMkLst>
        </pc:picChg>
        <pc:picChg chg="add mod">
          <ac:chgData name="Andrew Beatty" userId="ddf183e3-d1da-49e1-9619-81ceb6b4ef92" providerId="ADAL" clId="{DA5DBF5A-F565-42C5-9FEF-6315420EB925}" dt="2022-11-08T10:47:20.515" v="241"/>
          <ac:picMkLst>
            <pc:docMk/>
            <pc:sldMk cId="1798838763" sldId="258"/>
            <ac:picMk id="4" creationId="{B497A686-48F8-7574-DED0-3F16661D38F1}"/>
          </ac:picMkLst>
        </pc:picChg>
        <pc:cxnChg chg="del">
          <ac:chgData name="Andrew Beatty" userId="ddf183e3-d1da-49e1-9619-81ceb6b4ef92" providerId="ADAL" clId="{DA5DBF5A-F565-42C5-9FEF-6315420EB925}" dt="2022-11-07T21:45:33.016" v="27" actId="478"/>
          <ac:cxnSpMkLst>
            <pc:docMk/>
            <pc:sldMk cId="1798838763" sldId="258"/>
            <ac:cxnSpMk id="11" creationId="{2B92B26F-C635-4FC6-BECF-01EC73BA768B}"/>
          </ac:cxnSpMkLst>
        </pc:cxnChg>
        <pc:cxnChg chg="mod">
          <ac:chgData name="Andrew Beatty" userId="ddf183e3-d1da-49e1-9619-81ceb6b4ef92" providerId="ADAL" clId="{DA5DBF5A-F565-42C5-9FEF-6315420EB925}" dt="2022-11-07T21:45:55.583" v="40" actId="14100"/>
          <ac:cxnSpMkLst>
            <pc:docMk/>
            <pc:sldMk cId="1798838763" sldId="258"/>
            <ac:cxnSpMk id="13" creationId="{AA77D9B3-EF9A-4840-B6C7-BFC9DF628D23}"/>
          </ac:cxnSpMkLst>
        </pc:cxnChg>
        <pc:cxnChg chg="del mod">
          <ac:chgData name="Andrew Beatty" userId="ddf183e3-d1da-49e1-9619-81ceb6b4ef92" providerId="ADAL" clId="{DA5DBF5A-F565-42C5-9FEF-6315420EB925}" dt="2022-11-07T21:45:21.176" v="20" actId="478"/>
          <ac:cxnSpMkLst>
            <pc:docMk/>
            <pc:sldMk cId="1798838763" sldId="258"/>
            <ac:cxnSpMk id="15" creationId="{9D2756BD-4E5E-411A-9133-045BF7C16EBE}"/>
          </ac:cxnSpMkLst>
        </pc:cxnChg>
        <pc:cxnChg chg="del mod">
          <ac:chgData name="Andrew Beatty" userId="ddf183e3-d1da-49e1-9619-81ceb6b4ef92" providerId="ADAL" clId="{DA5DBF5A-F565-42C5-9FEF-6315420EB925}" dt="2022-11-07T21:45:29.912" v="25" actId="478"/>
          <ac:cxnSpMkLst>
            <pc:docMk/>
            <pc:sldMk cId="1798838763" sldId="258"/>
            <ac:cxnSpMk id="16" creationId="{EC6B76C3-0E48-49B7-B8D9-1F8B28AD6F5F}"/>
          </ac:cxnSpMkLst>
        </pc:cxnChg>
        <pc:cxnChg chg="del mod">
          <ac:chgData name="Andrew Beatty" userId="ddf183e3-d1da-49e1-9619-81ceb6b4ef92" providerId="ADAL" clId="{DA5DBF5A-F565-42C5-9FEF-6315420EB925}" dt="2022-11-07T21:45:22.128" v="21" actId="478"/>
          <ac:cxnSpMkLst>
            <pc:docMk/>
            <pc:sldMk cId="1798838763" sldId="258"/>
            <ac:cxnSpMk id="17" creationId="{3BFBB307-A197-4340-9F2A-2A9916766625}"/>
          </ac:cxnSpMkLst>
        </pc:cxnChg>
      </pc:sldChg>
      <pc:sldChg chg="addSp delSp modSp modTransition modAnim">
        <pc:chgData name="Andrew Beatty" userId="ddf183e3-d1da-49e1-9619-81ceb6b4ef92" providerId="ADAL" clId="{DA5DBF5A-F565-42C5-9FEF-6315420EB925}" dt="2022-11-08T10:32:24.890" v="235"/>
        <pc:sldMkLst>
          <pc:docMk/>
          <pc:sldMk cId="3094609968" sldId="259"/>
        </pc:sldMkLst>
        <pc:picChg chg="add mod">
          <ac:chgData name="Andrew Beatty" userId="ddf183e3-d1da-49e1-9619-81ceb6b4ef92" providerId="ADAL" clId="{DA5DBF5A-F565-42C5-9FEF-6315420EB925}" dt="2022-11-08T10:32:24.890" v="235"/>
          <ac:picMkLst>
            <pc:docMk/>
            <pc:sldMk cId="3094609968" sldId="259"/>
            <ac:picMk id="4" creationId="{17A2F391-3DA8-867B-4133-34C3C8A43237}"/>
          </ac:picMkLst>
        </pc:pic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3094609968" sldId="259"/>
            <ac:picMk id="40" creationId="{3A3AB43D-30E4-4CFB-97FE-D634D706F2AF}"/>
          </ac:picMkLst>
        </pc:picChg>
      </pc:sldChg>
      <pc:sldChg chg="del">
        <pc:chgData name="Andrew Beatty" userId="ddf183e3-d1da-49e1-9619-81ceb6b4ef92" providerId="ADAL" clId="{DA5DBF5A-F565-42C5-9FEF-6315420EB925}" dt="2022-11-07T21:46:11.253" v="78" actId="47"/>
        <pc:sldMkLst>
          <pc:docMk/>
          <pc:sldMk cId="2875544619" sldId="261"/>
        </pc:sldMkLst>
      </pc:sldChg>
      <pc:sldChg chg="del">
        <pc:chgData name="Andrew Beatty" userId="ddf183e3-d1da-49e1-9619-81ceb6b4ef92" providerId="ADAL" clId="{DA5DBF5A-F565-42C5-9FEF-6315420EB925}" dt="2022-11-07T21:46:11.996" v="79" actId="47"/>
        <pc:sldMkLst>
          <pc:docMk/>
          <pc:sldMk cId="3559764501" sldId="264"/>
        </pc:sldMkLst>
      </pc:sldChg>
      <pc:sldChg chg="addSp delSp modSp mod ord modTransition modAnim">
        <pc:chgData name="Andrew Beatty" userId="ddf183e3-d1da-49e1-9619-81ceb6b4ef92" providerId="ADAL" clId="{DA5DBF5A-F565-42C5-9FEF-6315420EB925}" dt="2022-11-08T10:54:21.439" v="253"/>
        <pc:sldMkLst>
          <pc:docMk/>
          <pc:sldMk cId="2657593545" sldId="265"/>
        </pc:sldMkLst>
        <pc:spChg chg="mod">
          <ac:chgData name="Andrew Beatty" userId="ddf183e3-d1da-49e1-9619-81ceb6b4ef92" providerId="ADAL" clId="{DA5DBF5A-F565-42C5-9FEF-6315420EB925}" dt="2022-11-08T10:47:43.915" v="242" actId="1076"/>
          <ac:spMkLst>
            <pc:docMk/>
            <pc:sldMk cId="2657593545" sldId="265"/>
            <ac:spMk id="3" creationId="{00000000-0000-0000-0000-000000000000}"/>
          </ac:spMkLst>
        </pc:spChg>
        <pc:spChg chg="mod">
          <ac:chgData name="Andrew Beatty" userId="ddf183e3-d1da-49e1-9619-81ceb6b4ef92" providerId="ADAL" clId="{DA5DBF5A-F565-42C5-9FEF-6315420EB925}" dt="2022-11-08T10:47:50.684" v="244" actId="1076"/>
          <ac:spMkLst>
            <pc:docMk/>
            <pc:sldMk cId="2657593545" sldId="265"/>
            <ac:spMk id="4" creationId="{00000000-0000-0000-0000-000000000000}"/>
          </ac:spMkLst>
        </pc:spChg>
        <pc:spChg chg="mod">
          <ac:chgData name="Andrew Beatty" userId="ddf183e3-d1da-49e1-9619-81ceb6b4ef92" providerId="ADAL" clId="{DA5DBF5A-F565-42C5-9FEF-6315420EB925}" dt="2022-11-08T10:47:47.689" v="243" actId="1076"/>
          <ac:spMkLst>
            <pc:docMk/>
            <pc:sldMk cId="2657593545" sldId="265"/>
            <ac:spMk id="5" creationId="{00000000-0000-0000-0000-000000000000}"/>
          </ac:spMkLst>
        </pc:spChg>
        <pc:spChg chg="mod">
          <ac:chgData name="Andrew Beatty" userId="ddf183e3-d1da-49e1-9619-81ceb6b4ef92" providerId="ADAL" clId="{DA5DBF5A-F565-42C5-9FEF-6315420EB925}" dt="2022-11-08T10:47:57.953" v="245" actId="1076"/>
          <ac:spMkLst>
            <pc:docMk/>
            <pc:sldMk cId="2657593545" sldId="265"/>
            <ac:spMk id="6" creationId="{00000000-0000-0000-0000-000000000000}"/>
          </ac:spMkLst>
        </pc:spChg>
        <pc:picChg chg="add del mod">
          <ac:chgData name="Andrew Beatty" userId="ddf183e3-d1da-49e1-9619-81ceb6b4ef92" providerId="ADAL" clId="{DA5DBF5A-F565-42C5-9FEF-6315420EB925}" dt="2022-11-08T10:48:09.020" v="246"/>
          <ac:picMkLst>
            <pc:docMk/>
            <pc:sldMk cId="2657593545" sldId="265"/>
            <ac:picMk id="7" creationId="{57710C2A-E2F4-34E9-1407-8C5BDCFC7DC7}"/>
          </ac:picMkLst>
        </pc:pic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2657593545" sldId="265"/>
            <ac:picMk id="8" creationId="{FF2BB666-E9A2-4F7F-90FF-C55EB5762684}"/>
          </ac:picMkLst>
        </pc:picChg>
        <pc:picChg chg="add del mod">
          <ac:chgData name="Andrew Beatty" userId="ddf183e3-d1da-49e1-9619-81ceb6b4ef92" providerId="ADAL" clId="{DA5DBF5A-F565-42C5-9FEF-6315420EB925}" dt="2022-11-08T10:48:28.579" v="248"/>
          <ac:picMkLst>
            <pc:docMk/>
            <pc:sldMk cId="2657593545" sldId="265"/>
            <ac:picMk id="9" creationId="{5BB478C1-0CBA-21A2-9274-04D23214084D}"/>
          </ac:picMkLst>
        </pc:picChg>
        <pc:picChg chg="add del mod">
          <ac:chgData name="Andrew Beatty" userId="ddf183e3-d1da-49e1-9619-81ceb6b4ef92" providerId="ADAL" clId="{DA5DBF5A-F565-42C5-9FEF-6315420EB925}" dt="2022-11-08T10:49:16.159" v="250"/>
          <ac:picMkLst>
            <pc:docMk/>
            <pc:sldMk cId="2657593545" sldId="265"/>
            <ac:picMk id="10" creationId="{EB2A762B-5B45-86B8-F4B4-A1DC22A52E26}"/>
          </ac:picMkLst>
        </pc:picChg>
        <pc:picChg chg="add del mod">
          <ac:chgData name="Andrew Beatty" userId="ddf183e3-d1da-49e1-9619-81ceb6b4ef92" providerId="ADAL" clId="{DA5DBF5A-F565-42C5-9FEF-6315420EB925}" dt="2022-11-08T10:51:48.346" v="252"/>
          <ac:picMkLst>
            <pc:docMk/>
            <pc:sldMk cId="2657593545" sldId="265"/>
            <ac:picMk id="11" creationId="{02EEA22C-1474-B3DE-1784-9FAE84ED89DA}"/>
          </ac:picMkLst>
        </pc:picChg>
        <pc:picChg chg="add mod">
          <ac:chgData name="Andrew Beatty" userId="ddf183e3-d1da-49e1-9619-81ceb6b4ef92" providerId="ADAL" clId="{DA5DBF5A-F565-42C5-9FEF-6315420EB925}" dt="2022-11-08T10:54:21.439" v="253"/>
          <ac:picMkLst>
            <pc:docMk/>
            <pc:sldMk cId="2657593545" sldId="265"/>
            <ac:picMk id="12" creationId="{C4FAB353-03A7-361D-DFAF-F019201C087C}"/>
          </ac:picMkLst>
        </pc:picChg>
      </pc:sldChg>
      <pc:sldChg chg="delSp modSp del mod ord modTransition modAnim">
        <pc:chgData name="Andrew Beatty" userId="ddf183e3-d1da-49e1-9619-81ceb6b4ef92" providerId="ADAL" clId="{DA5DBF5A-F565-42C5-9FEF-6315420EB925}" dt="2022-11-08T11:10:17.756" v="268" actId="47"/>
        <pc:sldMkLst>
          <pc:docMk/>
          <pc:sldMk cId="1660759966" sldId="266"/>
        </pc:sldMkLst>
        <pc:spChg chg="mod">
          <ac:chgData name="Andrew Beatty" userId="ddf183e3-d1da-49e1-9619-81ceb6b4ef92" providerId="ADAL" clId="{DA5DBF5A-F565-42C5-9FEF-6315420EB925}" dt="2022-11-07T21:47:32.004" v="83" actId="20577"/>
          <ac:spMkLst>
            <pc:docMk/>
            <pc:sldMk cId="1660759966" sldId="266"/>
            <ac:spMk id="3" creationId="{00000000-0000-0000-0000-000000000000}"/>
          </ac:spMkLst>
        </pc:sp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1660759966" sldId="266"/>
            <ac:picMk id="4" creationId="{55AB08CD-B61A-40C2-9A94-E67B6D249FB7}"/>
          </ac:picMkLst>
        </pc:picChg>
      </pc:sldChg>
      <pc:sldChg chg="addSp delSp modSp del mod ord modTransition modAnim">
        <pc:chgData name="Andrew Beatty" userId="ddf183e3-d1da-49e1-9619-81ceb6b4ef92" providerId="ADAL" clId="{DA5DBF5A-F565-42C5-9FEF-6315420EB925}" dt="2022-11-08T11:09:59.275" v="262" actId="47"/>
        <pc:sldMkLst>
          <pc:docMk/>
          <pc:sldMk cId="450295305" sldId="267"/>
        </pc:sldMkLst>
        <pc:spChg chg="mod">
          <ac:chgData name="Andrew Beatty" userId="ddf183e3-d1da-49e1-9619-81ceb6b4ef92" providerId="ADAL" clId="{DA5DBF5A-F565-42C5-9FEF-6315420EB925}" dt="2022-11-08T10:27:54.540" v="228" actId="20577"/>
          <ac:spMkLst>
            <pc:docMk/>
            <pc:sldMk cId="450295305" sldId="267"/>
            <ac:spMk id="3" creationId="{00000000-0000-0000-0000-000000000000}"/>
          </ac:spMkLst>
        </pc:sp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450295305" sldId="267"/>
            <ac:picMk id="6" creationId="{48C6B654-B866-4E73-8B7A-A45E1F503961}"/>
          </ac:picMkLst>
        </pc:picChg>
        <pc:picChg chg="add mod">
          <ac:chgData name="Andrew Beatty" userId="ddf183e3-d1da-49e1-9619-81ceb6b4ef92" providerId="ADAL" clId="{DA5DBF5A-F565-42C5-9FEF-6315420EB925}" dt="2022-11-08T10:47:20.515" v="241"/>
          <ac:picMkLst>
            <pc:docMk/>
            <pc:sldMk cId="450295305" sldId="267"/>
            <ac:picMk id="7" creationId="{3FC0DA0F-A162-B039-E30F-8714002077A4}"/>
          </ac:picMkLst>
        </pc:picChg>
      </pc:sldChg>
      <pc:sldChg chg="delSp del modTransition modAnim">
        <pc:chgData name="Andrew Beatty" userId="ddf183e3-d1da-49e1-9619-81ceb6b4ef92" providerId="ADAL" clId="{DA5DBF5A-F565-42C5-9FEF-6315420EB925}" dt="2022-11-08T11:10:15.682" v="266" actId="47"/>
        <pc:sldMkLst>
          <pc:docMk/>
          <pc:sldMk cId="1214736292" sldId="268"/>
        </pc:sldMkLst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1214736292" sldId="268"/>
            <ac:picMk id="6" creationId="{9E98903E-41C7-4002-8DA2-D18857BADD76}"/>
          </ac:picMkLst>
        </pc:picChg>
      </pc:sldChg>
      <pc:sldChg chg="delSp del modTransition modAnim">
        <pc:chgData name="Andrew Beatty" userId="ddf183e3-d1da-49e1-9619-81ceb6b4ef92" providerId="ADAL" clId="{DA5DBF5A-F565-42C5-9FEF-6315420EB925}" dt="2022-11-08T11:10:18.782" v="269" actId="47"/>
        <pc:sldMkLst>
          <pc:docMk/>
          <pc:sldMk cId="1614615274" sldId="269"/>
        </pc:sldMkLst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1614615274" sldId="269"/>
            <ac:picMk id="4" creationId="{7F000A77-A0F7-49D0-BACF-F595543EF079}"/>
          </ac:picMkLst>
        </pc:picChg>
      </pc:sldChg>
      <pc:sldChg chg="del">
        <pc:chgData name="Andrew Beatty" userId="ddf183e3-d1da-49e1-9619-81ceb6b4ef92" providerId="ADAL" clId="{DA5DBF5A-F565-42C5-9FEF-6315420EB925}" dt="2022-11-07T21:46:12.537" v="80" actId="47"/>
        <pc:sldMkLst>
          <pc:docMk/>
          <pc:sldMk cId="3300550694" sldId="271"/>
        </pc:sldMkLst>
      </pc:sldChg>
      <pc:sldChg chg="del">
        <pc:chgData name="Andrew Beatty" userId="ddf183e3-d1da-49e1-9619-81ceb6b4ef92" providerId="ADAL" clId="{DA5DBF5A-F565-42C5-9FEF-6315420EB925}" dt="2022-11-07T21:46:13.065" v="81" actId="47"/>
        <pc:sldMkLst>
          <pc:docMk/>
          <pc:sldMk cId="676431280" sldId="272"/>
        </pc:sldMkLst>
      </pc:sldChg>
      <pc:sldChg chg="del">
        <pc:chgData name="Andrew Beatty" userId="ddf183e3-d1da-49e1-9619-81ceb6b4ef92" providerId="ADAL" clId="{DA5DBF5A-F565-42C5-9FEF-6315420EB925}" dt="2022-11-07T21:46:13.751" v="82" actId="47"/>
        <pc:sldMkLst>
          <pc:docMk/>
          <pc:sldMk cId="3486895257" sldId="273"/>
        </pc:sldMkLst>
      </pc:sldChg>
      <pc:sldChg chg="addSp delSp modSp ord modTransition modAnim">
        <pc:chgData name="Andrew Beatty" userId="ddf183e3-d1da-49e1-9619-81ceb6b4ef92" providerId="ADAL" clId="{DA5DBF5A-F565-42C5-9FEF-6315420EB925}" dt="2022-11-08T10:33:32.132" v="238"/>
        <pc:sldMkLst>
          <pc:docMk/>
          <pc:sldMk cId="3040425479" sldId="274"/>
        </pc:sldMkLst>
        <pc:picChg chg="add del mod">
          <ac:chgData name="Andrew Beatty" userId="ddf183e3-d1da-49e1-9619-81ceb6b4ef92" providerId="ADAL" clId="{DA5DBF5A-F565-42C5-9FEF-6315420EB925}" dt="2022-11-08T10:33:02.502" v="237"/>
          <ac:picMkLst>
            <pc:docMk/>
            <pc:sldMk cId="3040425479" sldId="274"/>
            <ac:picMk id="6" creationId="{15C48F0B-A8E9-F2E1-75F5-2E191FB05C63}"/>
          </ac:picMkLst>
        </pc:pic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3040425479" sldId="274"/>
            <ac:picMk id="7" creationId="{B31EE956-2D51-40FE-B3CB-A128255E2F77}"/>
          </ac:picMkLst>
        </pc:picChg>
        <pc:picChg chg="add mod">
          <ac:chgData name="Andrew Beatty" userId="ddf183e3-d1da-49e1-9619-81ceb6b4ef92" providerId="ADAL" clId="{DA5DBF5A-F565-42C5-9FEF-6315420EB925}" dt="2022-11-08T10:33:32.132" v="238"/>
          <ac:picMkLst>
            <pc:docMk/>
            <pc:sldMk cId="3040425479" sldId="274"/>
            <ac:picMk id="8" creationId="{0C7A521A-0AE9-4BD5-24D3-0D1416079AD0}"/>
          </ac:picMkLst>
        </pc:picChg>
      </pc:sldChg>
      <pc:sldChg chg="addSp delSp modSp mod modTransition delAnim modAnim">
        <pc:chgData name="Andrew Beatty" userId="ddf183e3-d1da-49e1-9619-81ceb6b4ef92" providerId="ADAL" clId="{DA5DBF5A-F565-42C5-9FEF-6315420EB925}" dt="2022-11-08T10:57:14.283" v="254"/>
        <pc:sldMkLst>
          <pc:docMk/>
          <pc:sldMk cId="1749571701" sldId="275"/>
        </pc:sldMkLst>
        <pc:picChg chg="add mod">
          <ac:chgData name="Andrew Beatty" userId="ddf183e3-d1da-49e1-9619-81ceb6b4ef92" providerId="ADAL" clId="{DA5DBF5A-F565-42C5-9FEF-6315420EB925}" dt="2022-11-08T10:57:14.283" v="254"/>
          <ac:picMkLst>
            <pc:docMk/>
            <pc:sldMk cId="1749571701" sldId="275"/>
            <ac:picMk id="2" creationId="{8BB3A0D1-6363-63FC-0E71-3940BDA6D77F}"/>
          </ac:picMkLst>
        </pc:picChg>
        <pc:picChg chg="del">
          <ac:chgData name="Andrew Beatty" userId="ddf183e3-d1da-49e1-9619-81ceb6b4ef92" providerId="ADAL" clId="{DA5DBF5A-F565-42C5-9FEF-6315420EB925}" dt="2022-11-08T10:24:53.360" v="101" actId="478"/>
          <ac:picMkLst>
            <pc:docMk/>
            <pc:sldMk cId="1749571701" sldId="275"/>
            <ac:picMk id="4" creationId="{80C79D1E-6D75-4C52-9C90-6351BE0C9747}"/>
          </ac:picMkLst>
        </pc:picChg>
      </pc:sldChg>
      <pc:sldChg chg="delSp del mod delAnim">
        <pc:chgData name="Andrew Beatty" userId="ddf183e3-d1da-49e1-9619-81ceb6b4ef92" providerId="ADAL" clId="{DA5DBF5A-F565-42C5-9FEF-6315420EB925}" dt="2022-11-08T10:26:18.862" v="183" actId="47"/>
        <pc:sldMkLst>
          <pc:docMk/>
          <pc:sldMk cId="414209136" sldId="276"/>
        </pc:sldMkLst>
        <pc:picChg chg="del">
          <ac:chgData name="Andrew Beatty" userId="ddf183e3-d1da-49e1-9619-81ceb6b4ef92" providerId="ADAL" clId="{DA5DBF5A-F565-42C5-9FEF-6315420EB925}" dt="2022-11-08T10:26:17.621" v="182" actId="478"/>
          <ac:picMkLst>
            <pc:docMk/>
            <pc:sldMk cId="414209136" sldId="276"/>
            <ac:picMk id="5" creationId="{FC9CC3D1-9006-41A6-AE1E-E98B83ED9C2B}"/>
          </ac:picMkLst>
        </pc:picChg>
      </pc:sldChg>
      <pc:sldChg chg="addSp delSp modSp mod ord modTransition delAnim modAnim">
        <pc:chgData name="Andrew Beatty" userId="ddf183e3-d1da-49e1-9619-81ceb6b4ef92" providerId="ADAL" clId="{DA5DBF5A-F565-42C5-9FEF-6315420EB925}" dt="2022-11-08T11:07:12.712" v="257"/>
        <pc:sldMkLst>
          <pc:docMk/>
          <pc:sldMk cId="1247469826" sldId="277"/>
        </pc:sldMkLst>
        <pc:picChg chg="add mod">
          <ac:chgData name="Andrew Beatty" userId="ddf183e3-d1da-49e1-9619-81ceb6b4ef92" providerId="ADAL" clId="{DA5DBF5A-F565-42C5-9FEF-6315420EB925}" dt="2022-11-08T10:47:20.515" v="241"/>
          <ac:picMkLst>
            <pc:docMk/>
            <pc:sldMk cId="1247469826" sldId="277"/>
            <ac:picMk id="2" creationId="{57605A2E-F316-EA3E-9BEB-701827BC1506}"/>
          </ac:picMkLst>
        </pc:picChg>
        <pc:picChg chg="add mod">
          <ac:chgData name="Andrew Beatty" userId="ddf183e3-d1da-49e1-9619-81ceb6b4ef92" providerId="ADAL" clId="{DA5DBF5A-F565-42C5-9FEF-6315420EB925}" dt="2022-11-08T11:07:12.712" v="257"/>
          <ac:picMkLst>
            <pc:docMk/>
            <pc:sldMk cId="1247469826" sldId="277"/>
            <ac:picMk id="3" creationId="{EDEDB9D6-EA20-724D-C86C-EE6ED5696027}"/>
          </ac:picMkLst>
        </pc:picChg>
        <pc:picChg chg="del">
          <ac:chgData name="Andrew Beatty" userId="ddf183e3-d1da-49e1-9619-81ceb6b4ef92" providerId="ADAL" clId="{DA5DBF5A-F565-42C5-9FEF-6315420EB925}" dt="2022-11-08T10:26:47.936" v="184" actId="478"/>
          <ac:picMkLst>
            <pc:docMk/>
            <pc:sldMk cId="1247469826" sldId="277"/>
            <ac:picMk id="4" creationId="{E7972C31-2F50-4874-BEC6-3580C6381DB7}"/>
          </ac:picMkLst>
        </pc:picChg>
      </pc:sldChg>
      <pc:sldChg chg="delSp del mod modTransition delAnim">
        <pc:chgData name="Andrew Beatty" userId="ddf183e3-d1da-49e1-9619-81ceb6b4ef92" providerId="ADAL" clId="{DA5DBF5A-F565-42C5-9FEF-6315420EB925}" dt="2022-11-08T11:10:01.152" v="263" actId="47"/>
        <pc:sldMkLst>
          <pc:docMk/>
          <pc:sldMk cId="2638333779" sldId="279"/>
        </pc:sldMkLst>
        <pc:picChg chg="del">
          <ac:chgData name="Andrew Beatty" userId="ddf183e3-d1da-49e1-9619-81ceb6b4ef92" providerId="ADAL" clId="{DA5DBF5A-F565-42C5-9FEF-6315420EB925}" dt="2022-11-08T10:27:01.773" v="185" actId="478"/>
          <ac:picMkLst>
            <pc:docMk/>
            <pc:sldMk cId="2638333779" sldId="279"/>
            <ac:picMk id="4" creationId="{A803D35C-295B-4058-8950-3028280D6E47}"/>
          </ac:picMkLst>
        </pc:picChg>
      </pc:sldChg>
      <pc:sldChg chg="del modTransition">
        <pc:chgData name="Andrew Beatty" userId="ddf183e3-d1da-49e1-9619-81ceb6b4ef92" providerId="ADAL" clId="{DA5DBF5A-F565-42C5-9FEF-6315420EB925}" dt="2022-11-08T11:10:02.241" v="264" actId="47"/>
        <pc:sldMkLst>
          <pc:docMk/>
          <pc:sldMk cId="1101161472" sldId="280"/>
        </pc:sldMkLst>
      </pc:sldChg>
      <pc:sldChg chg="del modTransition">
        <pc:chgData name="Andrew Beatty" userId="ddf183e3-d1da-49e1-9619-81ceb6b4ef92" providerId="ADAL" clId="{DA5DBF5A-F565-42C5-9FEF-6315420EB925}" dt="2022-11-08T11:10:16.944" v="267" actId="47"/>
        <pc:sldMkLst>
          <pc:docMk/>
          <pc:sldMk cId="3112208867" sldId="281"/>
        </pc:sldMkLst>
      </pc:sldChg>
      <pc:sldChg chg="addSp delSp modSp mod modTransition modAnim">
        <pc:chgData name="Andrew Beatty" userId="ddf183e3-d1da-49e1-9619-81ceb6b4ef92" providerId="ADAL" clId="{DA5DBF5A-F565-42C5-9FEF-6315420EB925}" dt="2022-11-08T11:16:13.294" v="361"/>
        <pc:sldMkLst>
          <pc:docMk/>
          <pc:sldMk cId="3320891982" sldId="282"/>
        </pc:sldMkLst>
        <pc:spChg chg="mod">
          <ac:chgData name="Andrew Beatty" userId="ddf183e3-d1da-49e1-9619-81ceb6b4ef92" providerId="ADAL" clId="{DA5DBF5A-F565-42C5-9FEF-6315420EB925}" dt="2022-11-08T11:10:55.979" v="356" actId="20577"/>
          <ac:spMkLst>
            <pc:docMk/>
            <pc:sldMk cId="3320891982" sldId="282"/>
            <ac:spMk id="3" creationId="{C7AAE364-5637-48B3-A8DE-F886EC3A2DD4}"/>
          </ac:spMkLst>
        </pc:spChg>
        <pc:picChg chg="del">
          <ac:chgData name="Andrew Beatty" userId="ddf183e3-d1da-49e1-9619-81ceb6b4ef92" providerId="ADAL" clId="{DA5DBF5A-F565-42C5-9FEF-6315420EB925}" dt="2022-11-08T10:29:07.694" v="231"/>
          <ac:picMkLst>
            <pc:docMk/>
            <pc:sldMk cId="3320891982" sldId="282"/>
            <ac:picMk id="4" creationId="{477E2829-D513-458D-B687-DE338E87CF39}"/>
          </ac:picMkLst>
        </pc:picChg>
        <pc:picChg chg="add mod">
          <ac:chgData name="Andrew Beatty" userId="ddf183e3-d1da-49e1-9619-81ceb6b4ef92" providerId="ADAL" clId="{DA5DBF5A-F565-42C5-9FEF-6315420EB925}" dt="2022-11-08T11:16:13.294" v="361"/>
          <ac:picMkLst>
            <pc:docMk/>
            <pc:sldMk cId="3320891982" sldId="282"/>
            <ac:picMk id="5" creationId="{1B8A9A45-1842-26C8-40E4-3C48C8EE43AB}"/>
          </ac:picMkLst>
        </pc:picChg>
      </pc:sldChg>
      <pc:sldChg chg="addSp delSp modSp new mod modTransition modAnim">
        <pc:chgData name="Andrew Beatty" userId="ddf183e3-d1da-49e1-9619-81ceb6b4ef92" providerId="ADAL" clId="{DA5DBF5A-F565-42C5-9FEF-6315420EB925}" dt="2022-11-08T10:45:14.344" v="240" actId="14100"/>
        <pc:sldMkLst>
          <pc:docMk/>
          <pc:sldMk cId="2999503239" sldId="283"/>
        </pc:sldMkLst>
        <pc:spChg chg="mod">
          <ac:chgData name="Andrew Beatty" userId="ddf183e3-d1da-49e1-9619-81ceb6b4ef92" providerId="ADAL" clId="{DA5DBF5A-F565-42C5-9FEF-6315420EB925}" dt="2022-11-08T10:24:17.186" v="99" actId="20577"/>
          <ac:spMkLst>
            <pc:docMk/>
            <pc:sldMk cId="2999503239" sldId="283"/>
            <ac:spMk id="2" creationId="{97028F2A-F884-B9A8-DA3D-F13B0E88FC66}"/>
          </ac:spMkLst>
        </pc:spChg>
        <pc:spChg chg="del">
          <ac:chgData name="Andrew Beatty" userId="ddf183e3-d1da-49e1-9619-81ceb6b4ef92" providerId="ADAL" clId="{DA5DBF5A-F565-42C5-9FEF-6315420EB925}" dt="2022-11-08T10:24:22.005" v="100" actId="478"/>
          <ac:spMkLst>
            <pc:docMk/>
            <pc:sldMk cId="2999503239" sldId="283"/>
            <ac:spMk id="3" creationId="{30D3155D-7BBE-1724-6D14-E5F1041AAB08}"/>
          </ac:spMkLst>
        </pc:spChg>
        <pc:picChg chg="add mod">
          <ac:chgData name="Andrew Beatty" userId="ddf183e3-d1da-49e1-9619-81ceb6b4ef92" providerId="ADAL" clId="{DA5DBF5A-F565-42C5-9FEF-6315420EB925}" dt="2022-11-08T10:45:14.344" v="240" actId="14100"/>
          <ac:picMkLst>
            <pc:docMk/>
            <pc:sldMk cId="2999503239" sldId="283"/>
            <ac:picMk id="4" creationId="{23078C94-6BB2-5D9F-E8FF-E4942D11B09B}"/>
          </ac:picMkLst>
        </pc:picChg>
      </pc:sldChg>
      <pc:sldChg chg="addSp delSp modSp new del mod modTransition modAnim">
        <pc:chgData name="Andrew Beatty" userId="ddf183e3-d1da-49e1-9619-81ceb6b4ef92" providerId="ADAL" clId="{DA5DBF5A-F565-42C5-9FEF-6315420EB925}" dt="2022-11-08T11:10:05.886" v="265" actId="47"/>
        <pc:sldMkLst>
          <pc:docMk/>
          <pc:sldMk cId="3464806559" sldId="284"/>
        </pc:sldMkLst>
        <pc:spChg chg="del">
          <ac:chgData name="Andrew Beatty" userId="ddf183e3-d1da-49e1-9619-81ceb6b4ef92" providerId="ADAL" clId="{DA5DBF5A-F565-42C5-9FEF-6315420EB925}" dt="2022-11-08T11:08:03.242" v="259" actId="478"/>
          <ac:spMkLst>
            <pc:docMk/>
            <pc:sldMk cId="3464806559" sldId="284"/>
            <ac:spMk id="2" creationId="{3873D9DC-6E0B-22BA-AB9B-4C3241B942A7}"/>
          </ac:spMkLst>
        </pc:spChg>
        <pc:spChg chg="del">
          <ac:chgData name="Andrew Beatty" userId="ddf183e3-d1da-49e1-9619-81ceb6b4ef92" providerId="ADAL" clId="{DA5DBF5A-F565-42C5-9FEF-6315420EB925}" dt="2022-11-08T11:08:04.434" v="260" actId="478"/>
          <ac:spMkLst>
            <pc:docMk/>
            <pc:sldMk cId="3464806559" sldId="284"/>
            <ac:spMk id="3" creationId="{1085FCE7-F037-2ED9-B55D-F6C4C8E3CD7A}"/>
          </ac:spMkLst>
        </pc:spChg>
        <pc:picChg chg="add mod">
          <ac:chgData name="Andrew Beatty" userId="ddf183e3-d1da-49e1-9619-81ceb6b4ef92" providerId="ADAL" clId="{DA5DBF5A-F565-42C5-9FEF-6315420EB925}" dt="2022-11-08T11:09:33.788" v="261"/>
          <ac:picMkLst>
            <pc:docMk/>
            <pc:sldMk cId="3464806559" sldId="284"/>
            <ac:picMk id="4" creationId="{3A1C670D-F738-F98F-75DE-5B723AB0DF76}"/>
          </ac:picMkLst>
        </pc:picChg>
      </pc:sldChg>
      <pc:sldChg chg="addSp delSp modSp new mod modTransition modAnim">
        <pc:chgData name="Andrew Beatty" userId="ddf183e3-d1da-49e1-9619-81ceb6b4ef92" providerId="ADAL" clId="{DA5DBF5A-F565-42C5-9FEF-6315420EB925}" dt="2022-11-08T11:15:10.259" v="360"/>
        <pc:sldMkLst>
          <pc:docMk/>
          <pc:sldMk cId="4055744706" sldId="284"/>
        </pc:sldMkLst>
        <pc:spChg chg="del">
          <ac:chgData name="Andrew Beatty" userId="ddf183e3-d1da-49e1-9619-81ceb6b4ef92" providerId="ADAL" clId="{DA5DBF5A-F565-42C5-9FEF-6315420EB925}" dt="2022-11-08T11:11:23.043" v="359" actId="478"/>
          <ac:spMkLst>
            <pc:docMk/>
            <pc:sldMk cId="4055744706" sldId="284"/>
            <ac:spMk id="2" creationId="{BD3E7273-5003-7112-AD82-7AD698D36036}"/>
          </ac:spMkLst>
        </pc:spChg>
        <pc:spChg chg="del">
          <ac:chgData name="Andrew Beatty" userId="ddf183e3-d1da-49e1-9619-81ceb6b4ef92" providerId="ADAL" clId="{DA5DBF5A-F565-42C5-9FEF-6315420EB925}" dt="2022-11-08T11:11:20.361" v="358" actId="478"/>
          <ac:spMkLst>
            <pc:docMk/>
            <pc:sldMk cId="4055744706" sldId="284"/>
            <ac:spMk id="3" creationId="{811752D2-2853-5C31-90CE-8111A6C60961}"/>
          </ac:spMkLst>
        </pc:spChg>
        <pc:picChg chg="add mod">
          <ac:chgData name="Andrew Beatty" userId="ddf183e3-d1da-49e1-9619-81ceb6b4ef92" providerId="ADAL" clId="{DA5DBF5A-F565-42C5-9FEF-6315420EB925}" dt="2022-11-08T11:15:10.259" v="360"/>
          <ac:picMkLst>
            <pc:docMk/>
            <pc:sldMk cId="4055744706" sldId="284"/>
            <ac:picMk id="4" creationId="{3CDD253D-6A04-E9EF-9845-1B2A8A7C9BD5}"/>
          </ac:picMkLst>
        </pc:picChg>
      </pc:sldChg>
    </pc:docChg>
  </pc:docChgLst>
  <pc:docChgLst>
    <pc:chgData name="Andrew Beatty" userId="ddf183e3-d1da-49e1-9619-81ceb6b4ef92" providerId="ADAL" clId="{91B93874-8CCD-4E14-A754-32A4AFF48307}"/>
    <pc:docChg chg="custSel addSld delSld modSld sldOrd">
      <pc:chgData name="Andrew Beatty" userId="ddf183e3-d1da-49e1-9619-81ceb6b4ef92" providerId="ADAL" clId="{91B93874-8CCD-4E14-A754-32A4AFF48307}" dt="2024-02-28T17:47:58.828" v="46"/>
      <pc:docMkLst>
        <pc:docMk/>
      </pc:docMkLst>
      <pc:sldChg chg="addSp delSp modSp mod modTransition modAnim">
        <pc:chgData name="Andrew Beatty" userId="ddf183e3-d1da-49e1-9619-81ceb6b4ef92" providerId="ADAL" clId="{91B93874-8CCD-4E14-A754-32A4AFF48307}" dt="2024-02-28T17:19:24.512" v="32"/>
        <pc:sldMkLst>
          <pc:docMk/>
          <pc:sldMk cId="715115145" sldId="256"/>
        </pc:sldMkLst>
        <pc:spChg chg="mod">
          <ac:chgData name="Andrew Beatty" userId="ddf183e3-d1da-49e1-9619-81ceb6b4ef92" providerId="ADAL" clId="{91B93874-8CCD-4E14-A754-32A4AFF48307}" dt="2024-02-28T12:27:07.313" v="6" actId="20577"/>
          <ac:spMkLst>
            <pc:docMk/>
            <pc:sldMk cId="715115145" sldId="256"/>
            <ac:spMk id="2" creationId="{2B1539A4-D44D-49B2-B0D1-95366E5C4EF6}"/>
          </ac:spMkLst>
        </pc:spChg>
        <pc:spChg chg="mod">
          <ac:chgData name="Andrew Beatty" userId="ddf183e3-d1da-49e1-9619-81ceb6b4ef92" providerId="ADAL" clId="{91B93874-8CCD-4E14-A754-32A4AFF48307}" dt="2024-02-28T12:27:03.573" v="0"/>
          <ac:spMkLst>
            <pc:docMk/>
            <pc:sldMk cId="715115145" sldId="256"/>
            <ac:spMk id="3" creationId="{1CF98235-7A08-4023-9E21-3260E66B284B}"/>
          </ac:spMkLst>
        </pc:spChg>
        <pc:spChg chg="add mod">
          <ac:chgData name="Andrew Beatty" userId="ddf183e3-d1da-49e1-9619-81ceb6b4ef92" providerId="ADAL" clId="{91B93874-8CCD-4E14-A754-32A4AFF48307}" dt="2024-02-28T12:29:14.644" v="9" actId="20577"/>
          <ac:spMkLst>
            <pc:docMk/>
            <pc:sldMk cId="715115145" sldId="256"/>
            <ac:spMk id="4" creationId="{96F59C28-C20E-41CF-8055-811750667379}"/>
          </ac:spMkLst>
        </pc:sp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715115145" sldId="256"/>
            <ac:picMk id="6" creationId="{A8B8CD15-9E36-1E90-A395-7AE8C0A9A8B7}"/>
          </ac:picMkLst>
        </pc:picChg>
        <pc:picChg chg="add del mod ord">
          <ac:chgData name="Andrew Beatty" userId="ddf183e3-d1da-49e1-9619-81ceb6b4ef92" providerId="ADAL" clId="{91B93874-8CCD-4E14-A754-32A4AFF48307}" dt="2024-02-28T17:19:24.512" v="32"/>
          <ac:picMkLst>
            <pc:docMk/>
            <pc:sldMk cId="715115145" sldId="256"/>
            <ac:picMk id="8" creationId="{F4278AEB-726C-246E-2FEC-EDE7CA387DE0}"/>
          </ac:picMkLst>
        </pc:picChg>
        <pc:picChg chg="add mod">
          <ac:chgData name="Andrew Beatty" userId="ddf183e3-d1da-49e1-9619-81ceb6b4ef92" providerId="ADAL" clId="{91B93874-8CCD-4E14-A754-32A4AFF48307}" dt="2024-02-28T17:19:24.512" v="32"/>
          <ac:picMkLst>
            <pc:docMk/>
            <pc:sldMk cId="715115145" sldId="256"/>
            <ac:picMk id="9" creationId="{9E4896B5-AA90-A34D-1FAE-20703410AE0C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30:01.731" v="37"/>
        <pc:sldMkLst>
          <pc:docMk/>
          <pc:sldMk cId="1798838763" sldId="258"/>
        </pc:sldMkLst>
        <pc:picChg chg="add del mod">
          <ac:chgData name="Andrew Beatty" userId="ddf183e3-d1da-49e1-9619-81ceb6b4ef92" providerId="ADAL" clId="{91B93874-8CCD-4E14-A754-32A4AFF48307}" dt="2024-02-28T17:30:01.731" v="37"/>
          <ac:picMkLst>
            <pc:docMk/>
            <pc:sldMk cId="1798838763" sldId="258"/>
            <ac:picMk id="3" creationId="{1B72F40C-8754-7A60-3D12-D87E0E898C82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1798838763" sldId="258"/>
            <ac:picMk id="4" creationId="{B497A686-48F8-7574-DED0-3F16661D38F1}"/>
          </ac:picMkLst>
        </pc:picChg>
        <pc:picChg chg="add mod">
          <ac:chgData name="Andrew Beatty" userId="ddf183e3-d1da-49e1-9619-81ceb6b4ef92" providerId="ADAL" clId="{91B93874-8CCD-4E14-A754-32A4AFF48307}" dt="2024-02-28T17:30:01.731" v="37"/>
          <ac:picMkLst>
            <pc:docMk/>
            <pc:sldMk cId="1798838763" sldId="258"/>
            <ac:picMk id="6" creationId="{59230AD1-A88A-5186-2D3A-EE9D92D5905A}"/>
          </ac:picMkLst>
        </pc:picChg>
      </pc:sldChg>
      <pc:sldChg chg="addSp delSp modSp del mod modTransition modAnim">
        <pc:chgData name="Andrew Beatty" userId="ddf183e3-d1da-49e1-9619-81ceb6b4ef92" providerId="ADAL" clId="{91B93874-8CCD-4E14-A754-32A4AFF48307}" dt="2024-02-28T17:20:03.180" v="33" actId="47"/>
        <pc:sldMkLst>
          <pc:docMk/>
          <pc:sldMk cId="3094609968" sldId="259"/>
        </pc:sldMkLst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3094609968" sldId="259"/>
            <ac:picMk id="4" creationId="{17A2F391-3DA8-867B-4133-34C3C8A43237}"/>
          </ac:picMkLst>
        </pc:picChg>
        <pc:picChg chg="add mod">
          <ac:chgData name="Andrew Beatty" userId="ddf183e3-d1da-49e1-9619-81ceb6b4ef92" providerId="ADAL" clId="{91B93874-8CCD-4E14-A754-32A4AFF48307}" dt="2024-02-28T17:19:03.098" v="19" actId="34307"/>
          <ac:picMkLst>
            <pc:docMk/>
            <pc:sldMk cId="3094609968" sldId="259"/>
            <ac:picMk id="11" creationId="{4588DA4B-154F-6154-C5DB-96472D3587E4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30:01.731" v="37"/>
        <pc:sldMkLst>
          <pc:docMk/>
          <pc:sldMk cId="2657593545" sldId="265"/>
        </pc:sldMkLst>
        <pc:picChg chg="add del mod">
          <ac:chgData name="Andrew Beatty" userId="ddf183e3-d1da-49e1-9619-81ceb6b4ef92" providerId="ADAL" clId="{91B93874-8CCD-4E14-A754-32A4AFF48307}" dt="2024-02-28T17:30:01.731" v="37"/>
          <ac:picMkLst>
            <pc:docMk/>
            <pc:sldMk cId="2657593545" sldId="265"/>
            <ac:picMk id="7" creationId="{621D5931-B4A7-6566-0FA5-9049E76CAE06}"/>
          </ac:picMkLst>
        </pc:picChg>
        <pc:picChg chg="add mod">
          <ac:chgData name="Andrew Beatty" userId="ddf183e3-d1da-49e1-9619-81ceb6b4ef92" providerId="ADAL" clId="{91B93874-8CCD-4E14-A754-32A4AFF48307}" dt="2024-02-28T17:30:01.731" v="37"/>
          <ac:picMkLst>
            <pc:docMk/>
            <pc:sldMk cId="2657593545" sldId="265"/>
            <ac:picMk id="8" creationId="{97BBD316-B94D-9320-CD84-09C3036DEF04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2657593545" sldId="265"/>
            <ac:picMk id="12" creationId="{C4FAB353-03A7-361D-DFAF-F019201C087C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22:04.514" v="35"/>
        <pc:sldMkLst>
          <pc:docMk/>
          <pc:sldMk cId="3040425479" sldId="274"/>
        </pc:sldMkLst>
        <pc:picChg chg="add del mod">
          <ac:chgData name="Andrew Beatty" userId="ddf183e3-d1da-49e1-9619-81ceb6b4ef92" providerId="ADAL" clId="{91B93874-8CCD-4E14-A754-32A4AFF48307}" dt="2024-02-28T17:22:04.514" v="35"/>
          <ac:picMkLst>
            <pc:docMk/>
            <pc:sldMk cId="3040425479" sldId="274"/>
            <ac:picMk id="6" creationId="{8BFB34CD-5E18-B8E4-3AA9-46B8A6C9A7BA}"/>
          </ac:picMkLst>
        </pc:picChg>
        <pc:picChg chg="add mod">
          <ac:chgData name="Andrew Beatty" userId="ddf183e3-d1da-49e1-9619-81ceb6b4ef92" providerId="ADAL" clId="{91B93874-8CCD-4E14-A754-32A4AFF48307}" dt="2024-02-28T17:22:04.514" v="35"/>
          <ac:picMkLst>
            <pc:docMk/>
            <pc:sldMk cId="3040425479" sldId="274"/>
            <ac:picMk id="7" creationId="{48E79117-E114-FA67-262D-0CB9E9CD04DB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3040425479" sldId="274"/>
            <ac:picMk id="8" creationId="{0C7A521A-0AE9-4BD5-24D3-0D1416079AD0}"/>
          </ac:picMkLst>
        </pc:picChg>
      </pc:sldChg>
      <pc:sldChg chg="addSp delSp modSp del mod modTransition delAnim">
        <pc:chgData name="Andrew Beatty" userId="ddf183e3-d1da-49e1-9619-81ceb6b4ef92" providerId="ADAL" clId="{91B93874-8CCD-4E14-A754-32A4AFF48307}" dt="2024-02-28T17:30:21.373" v="38" actId="47"/>
        <pc:sldMkLst>
          <pc:docMk/>
          <pc:sldMk cId="1749571701" sldId="275"/>
        </pc:sldMkLst>
        <pc:picChg chg="del">
          <ac:chgData name="Andrew Beatty" userId="ddf183e3-d1da-49e1-9619-81ceb6b4ef92" providerId="ADAL" clId="{91B93874-8CCD-4E14-A754-32A4AFF48307}" dt="2024-02-28T17:14:46.453" v="15" actId="478"/>
          <ac:picMkLst>
            <pc:docMk/>
            <pc:sldMk cId="1749571701" sldId="275"/>
            <ac:picMk id="2" creationId="{8BB3A0D1-6363-63FC-0E71-3940BDA6D77F}"/>
          </ac:picMkLst>
        </pc:picChg>
        <pc:picChg chg="add del mod">
          <ac:chgData name="Andrew Beatty" userId="ddf183e3-d1da-49e1-9619-81ceb6b4ef92" providerId="ADAL" clId="{91B93874-8CCD-4E14-A754-32A4AFF48307}" dt="2024-02-28T17:30:01.731" v="37"/>
          <ac:picMkLst>
            <pc:docMk/>
            <pc:sldMk cId="1749571701" sldId="275"/>
            <ac:picMk id="3" creationId="{5943E75B-AB0A-9C46-B28E-FBFE72609326}"/>
          </ac:picMkLst>
        </pc:picChg>
        <pc:picChg chg="add mod">
          <ac:chgData name="Andrew Beatty" userId="ddf183e3-d1da-49e1-9619-81ceb6b4ef92" providerId="ADAL" clId="{91B93874-8CCD-4E14-A754-32A4AFF48307}" dt="2024-02-28T17:30:01.731" v="37"/>
          <ac:picMkLst>
            <pc:docMk/>
            <pc:sldMk cId="1749571701" sldId="275"/>
            <ac:picMk id="4" creationId="{201C149E-A454-7631-C235-BBEF812E1151}"/>
          </ac:picMkLst>
        </pc:picChg>
      </pc:sldChg>
      <pc:sldChg chg="addSp delSp modSp mod modTransition delAnim modAnim">
        <pc:chgData name="Andrew Beatty" userId="ddf183e3-d1da-49e1-9619-81ceb6b4ef92" providerId="ADAL" clId="{91B93874-8CCD-4E14-A754-32A4AFF48307}" dt="2024-02-28T17:41:59.122" v="39"/>
        <pc:sldMkLst>
          <pc:docMk/>
          <pc:sldMk cId="1247469826" sldId="277"/>
        </pc:sldMkLst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1247469826" sldId="277"/>
            <ac:picMk id="2" creationId="{57605A2E-F316-EA3E-9BEB-701827BC1506}"/>
          </ac:picMkLst>
        </pc:picChg>
        <pc:picChg chg="del">
          <ac:chgData name="Andrew Beatty" userId="ddf183e3-d1da-49e1-9619-81ceb6b4ef92" providerId="ADAL" clId="{91B93874-8CCD-4E14-A754-32A4AFF48307}" dt="2024-02-28T17:18:31.205" v="16" actId="478"/>
          <ac:picMkLst>
            <pc:docMk/>
            <pc:sldMk cId="1247469826" sldId="277"/>
            <ac:picMk id="3" creationId="{EDEDB9D6-EA20-724D-C86C-EE6ED5696027}"/>
          </ac:picMkLst>
        </pc:picChg>
        <pc:picChg chg="add mod">
          <ac:chgData name="Andrew Beatty" userId="ddf183e3-d1da-49e1-9619-81ceb6b4ef92" providerId="ADAL" clId="{91B93874-8CCD-4E14-A754-32A4AFF48307}" dt="2024-02-28T17:19:03.107" v="29" actId="34307"/>
          <ac:picMkLst>
            <pc:docMk/>
            <pc:sldMk cId="1247469826" sldId="277"/>
            <ac:picMk id="4" creationId="{0842BF5E-CDE2-19AC-5ED2-725766DE2911}"/>
          </ac:picMkLst>
        </pc:picChg>
        <pc:picChg chg="add mod">
          <ac:chgData name="Andrew Beatty" userId="ddf183e3-d1da-49e1-9619-81ceb6b4ef92" providerId="ADAL" clId="{91B93874-8CCD-4E14-A754-32A4AFF48307}" dt="2024-02-28T17:41:59.122" v="39"/>
          <ac:picMkLst>
            <pc:docMk/>
            <pc:sldMk cId="1247469826" sldId="277"/>
            <ac:picMk id="5" creationId="{5E7DDA7C-CD3E-A7ED-9C86-916981F74BBB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47:58.828" v="46"/>
        <pc:sldMkLst>
          <pc:docMk/>
          <pc:sldMk cId="3320891982" sldId="282"/>
        </pc:sldMkLst>
        <pc:picChg chg="add del mod">
          <ac:chgData name="Andrew Beatty" userId="ddf183e3-d1da-49e1-9619-81ceb6b4ef92" providerId="ADAL" clId="{91B93874-8CCD-4E14-A754-32A4AFF48307}" dt="2024-02-28T17:47:58.828" v="46"/>
          <ac:picMkLst>
            <pc:docMk/>
            <pc:sldMk cId="3320891982" sldId="282"/>
            <ac:picMk id="4" creationId="{BB08E5CE-68E1-1FE3-A4B2-5D517E30B9D1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3320891982" sldId="282"/>
            <ac:picMk id="5" creationId="{1B8A9A45-1842-26C8-40E4-3C48C8EE43AB}"/>
          </ac:picMkLst>
        </pc:picChg>
        <pc:picChg chg="add mod">
          <ac:chgData name="Andrew Beatty" userId="ddf183e3-d1da-49e1-9619-81ceb6b4ef92" providerId="ADAL" clId="{91B93874-8CCD-4E14-A754-32A4AFF48307}" dt="2024-02-28T17:47:58.828" v="46"/>
          <ac:picMkLst>
            <pc:docMk/>
            <pc:sldMk cId="3320891982" sldId="282"/>
            <ac:picMk id="6" creationId="{38030D5D-13F0-2647-DB33-F0F9541C39D8}"/>
          </ac:picMkLst>
        </pc:picChg>
      </pc:sldChg>
      <pc:sldChg chg="addSp delSp modSp mod modTransition delAnim modAnim">
        <pc:chgData name="Andrew Beatty" userId="ddf183e3-d1da-49e1-9619-81ceb6b4ef92" providerId="ADAL" clId="{91B93874-8CCD-4E14-A754-32A4AFF48307}" dt="2024-02-28T17:27:34.624" v="36"/>
        <pc:sldMkLst>
          <pc:docMk/>
          <pc:sldMk cId="2999503239" sldId="283"/>
        </pc:sldMkLst>
        <pc:picChg chg="add mod">
          <ac:chgData name="Andrew Beatty" userId="ddf183e3-d1da-49e1-9619-81ceb6b4ef92" providerId="ADAL" clId="{91B93874-8CCD-4E14-A754-32A4AFF48307}" dt="2024-02-28T17:19:03.102" v="23" actId="34307"/>
          <ac:picMkLst>
            <pc:docMk/>
            <pc:sldMk cId="2999503239" sldId="283"/>
            <ac:picMk id="3" creationId="{FBCA1845-3DAF-9AD4-9C9F-5AAC59A649EA}"/>
          </ac:picMkLst>
        </pc:picChg>
        <pc:picChg chg="del">
          <ac:chgData name="Andrew Beatty" userId="ddf183e3-d1da-49e1-9619-81ceb6b4ef92" providerId="ADAL" clId="{91B93874-8CCD-4E14-A754-32A4AFF48307}" dt="2024-02-28T16:27:13.935" v="14" actId="478"/>
          <ac:picMkLst>
            <pc:docMk/>
            <pc:sldMk cId="2999503239" sldId="283"/>
            <ac:picMk id="4" creationId="{23078C94-6BB2-5D9F-E8FF-E4942D11B09B}"/>
          </ac:picMkLst>
        </pc:picChg>
        <pc:picChg chg="add mod">
          <ac:chgData name="Andrew Beatty" userId="ddf183e3-d1da-49e1-9619-81ceb6b4ef92" providerId="ADAL" clId="{91B93874-8CCD-4E14-A754-32A4AFF48307}" dt="2024-02-28T17:27:34.624" v="36"/>
          <ac:picMkLst>
            <pc:docMk/>
            <pc:sldMk cId="2999503239" sldId="283"/>
            <ac:picMk id="4" creationId="{9A1E8E4C-394C-B1D2-17B2-3960D4756B95}"/>
          </ac:picMkLst>
        </pc:picChg>
      </pc:sldChg>
      <pc:sldChg chg="del">
        <pc:chgData name="Andrew Beatty" userId="ddf183e3-d1da-49e1-9619-81ceb6b4ef92" providerId="ADAL" clId="{91B93874-8CCD-4E14-A754-32A4AFF48307}" dt="2024-02-28T17:18:32.208" v="17" actId="47"/>
        <pc:sldMkLst>
          <pc:docMk/>
          <pc:sldMk cId="4055744706" sldId="284"/>
        </pc:sldMkLst>
      </pc:sldChg>
      <pc:sldChg chg="add del">
        <pc:chgData name="Andrew Beatty" userId="ddf183e3-d1da-49e1-9619-81ceb6b4ef92" providerId="ADAL" clId="{91B93874-8CCD-4E14-A754-32A4AFF48307}" dt="2024-02-28T16:23:52.293" v="11"/>
        <pc:sldMkLst>
          <pc:docMk/>
          <pc:sldMk cId="1268915657" sldId="285"/>
        </pc:sldMkLst>
      </pc:sldChg>
      <pc:sldChg chg="addSp delSp modSp add mod modTransition modAnim">
        <pc:chgData name="Andrew Beatty" userId="ddf183e3-d1da-49e1-9619-81ceb6b4ef92" providerId="ADAL" clId="{91B93874-8CCD-4E14-A754-32A4AFF48307}" dt="2024-02-28T17:20:59.466" v="34"/>
        <pc:sldMkLst>
          <pc:docMk/>
          <pc:sldMk cId="1489323118" sldId="285"/>
        </pc:sldMkLst>
        <pc:picChg chg="add del mod ord">
          <ac:chgData name="Andrew Beatty" userId="ddf183e3-d1da-49e1-9619-81ceb6b4ef92" providerId="ADAL" clId="{91B93874-8CCD-4E14-A754-32A4AFF48307}" dt="2024-02-28T17:20:59.466" v="34"/>
          <ac:picMkLst>
            <pc:docMk/>
            <pc:sldMk cId="1489323118" sldId="285"/>
            <ac:picMk id="4" creationId="{2618A38D-0D62-AF7C-8319-31F0B0D38210}"/>
          </ac:picMkLst>
        </pc:picChg>
        <pc:picChg chg="add mod">
          <ac:chgData name="Andrew Beatty" userId="ddf183e3-d1da-49e1-9619-81ceb6b4ef92" providerId="ADAL" clId="{91B93874-8CCD-4E14-A754-32A4AFF48307}" dt="2024-02-28T17:20:59.466" v="34"/>
          <ac:picMkLst>
            <pc:docMk/>
            <pc:sldMk cId="1489323118" sldId="285"/>
            <ac:picMk id="10" creationId="{AEDA14B4-FB11-9CFD-F343-B5AE5E8F376F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1489323118" sldId="285"/>
            <ac:picMk id="45" creationId="{C58D1E38-ED51-74EE-B522-491295E52EB7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30:01.731" v="37"/>
        <pc:sldMkLst>
          <pc:docMk/>
          <pc:sldMk cId="3157200653" sldId="287"/>
        </pc:sldMkLst>
        <pc:picChg chg="add del mod ord">
          <ac:chgData name="Andrew Beatty" userId="ddf183e3-d1da-49e1-9619-81ceb6b4ef92" providerId="ADAL" clId="{91B93874-8CCD-4E14-A754-32A4AFF48307}" dt="2024-02-28T17:30:01.731" v="37"/>
          <ac:picMkLst>
            <pc:docMk/>
            <pc:sldMk cId="3157200653" sldId="287"/>
            <ac:picMk id="4" creationId="{FA06E9D4-0EEE-EDA6-F8C6-6428E1332017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3157200653" sldId="287"/>
            <ac:picMk id="10" creationId="{E15F5732-3E4B-B3EE-653A-1EBE17905415}"/>
          </ac:picMkLst>
        </pc:picChg>
        <pc:picChg chg="add mod">
          <ac:chgData name="Andrew Beatty" userId="ddf183e3-d1da-49e1-9619-81ceb6b4ef92" providerId="ADAL" clId="{91B93874-8CCD-4E14-A754-32A4AFF48307}" dt="2024-02-28T17:30:01.731" v="37"/>
          <ac:picMkLst>
            <pc:docMk/>
            <pc:sldMk cId="3157200653" sldId="287"/>
            <ac:picMk id="11" creationId="{139DBBB0-8046-4EB2-3AD9-C6E370B8A0F5}"/>
          </ac:picMkLst>
        </pc:picChg>
      </pc:sldChg>
      <pc:sldChg chg="addSp delSp modSp add mod modTransition modAnim">
        <pc:chgData name="Andrew Beatty" userId="ddf183e3-d1da-49e1-9619-81ceb6b4ef92" providerId="ADAL" clId="{91B93874-8CCD-4E14-A754-32A4AFF48307}" dt="2024-02-28T17:20:59.466" v="34"/>
        <pc:sldMkLst>
          <pc:docMk/>
          <pc:sldMk cId="499271964" sldId="288"/>
        </pc:sldMkLst>
        <pc:picChg chg="add del mod ord">
          <ac:chgData name="Andrew Beatty" userId="ddf183e3-d1da-49e1-9619-81ceb6b4ef92" providerId="ADAL" clId="{91B93874-8CCD-4E14-A754-32A4AFF48307}" dt="2024-02-28T17:20:59.466" v="34"/>
          <ac:picMkLst>
            <pc:docMk/>
            <pc:sldMk cId="499271964" sldId="288"/>
            <ac:picMk id="4" creationId="{E7B62DE1-FAA4-E441-47A9-A0CA092BF54E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499271964" sldId="288"/>
            <ac:picMk id="10" creationId="{368406B1-ED7A-F04D-C826-5CD9FA1EB038}"/>
          </ac:picMkLst>
        </pc:picChg>
        <pc:picChg chg="add mod">
          <ac:chgData name="Andrew Beatty" userId="ddf183e3-d1da-49e1-9619-81ceb6b4ef92" providerId="ADAL" clId="{91B93874-8CCD-4E14-A754-32A4AFF48307}" dt="2024-02-28T17:20:59.466" v="34"/>
          <ac:picMkLst>
            <pc:docMk/>
            <pc:sldMk cId="499271964" sldId="288"/>
            <ac:picMk id="11" creationId="{D66EDF8B-11F2-C94D-F827-BAFB63B9A2D7}"/>
          </ac:picMkLst>
        </pc:picChg>
      </pc:sldChg>
      <pc:sldChg chg="addSp delSp modSp mod modTransition modAnim">
        <pc:chgData name="Andrew Beatty" userId="ddf183e3-d1da-49e1-9619-81ceb6b4ef92" providerId="ADAL" clId="{91B93874-8CCD-4E14-A754-32A4AFF48307}" dt="2024-02-28T17:30:01.731" v="37"/>
        <pc:sldMkLst>
          <pc:docMk/>
          <pc:sldMk cId="292774630" sldId="289"/>
        </pc:sldMkLst>
        <pc:picChg chg="add del mod ord">
          <ac:chgData name="Andrew Beatty" userId="ddf183e3-d1da-49e1-9619-81ceb6b4ef92" providerId="ADAL" clId="{91B93874-8CCD-4E14-A754-32A4AFF48307}" dt="2024-02-28T17:30:01.731" v="37"/>
          <ac:picMkLst>
            <pc:docMk/>
            <pc:sldMk cId="292774630" sldId="289"/>
            <ac:picMk id="4" creationId="{6EC4C7AD-F5EF-AC53-7C74-4A6CD856A048}"/>
          </ac:picMkLst>
        </pc:picChg>
        <pc:picChg chg="add mod">
          <ac:chgData name="Andrew Beatty" userId="ddf183e3-d1da-49e1-9619-81ceb6b4ef92" providerId="ADAL" clId="{91B93874-8CCD-4E14-A754-32A4AFF48307}" dt="2024-02-28T17:30:01.731" v="37"/>
          <ac:picMkLst>
            <pc:docMk/>
            <pc:sldMk cId="292774630" sldId="289"/>
            <ac:picMk id="10" creationId="{0D10100E-9ABA-4747-9443-F038D95597C2}"/>
          </ac:picMkLst>
        </pc:picChg>
        <pc:picChg chg="del">
          <ac:chgData name="Andrew Beatty" userId="ddf183e3-d1da-49e1-9619-81ceb6b4ef92" providerId="ADAL" clId="{91B93874-8CCD-4E14-A754-32A4AFF48307}" dt="2024-02-28T17:19:03.877" v="31"/>
          <ac:picMkLst>
            <pc:docMk/>
            <pc:sldMk cId="292774630" sldId="289"/>
            <ac:picMk id="45" creationId="{C58D1E38-ED51-74EE-B522-491295E52EB7}"/>
          </ac:picMkLst>
        </pc:picChg>
      </pc:sldChg>
      <pc:sldChg chg="new del">
        <pc:chgData name="Andrew Beatty" userId="ddf183e3-d1da-49e1-9619-81ceb6b4ef92" providerId="ADAL" clId="{91B93874-8CCD-4E14-A754-32A4AFF48307}" dt="2024-02-28T17:42:15.594" v="41" actId="47"/>
        <pc:sldMkLst>
          <pc:docMk/>
          <pc:sldMk cId="272296194" sldId="290"/>
        </pc:sldMkLst>
      </pc:sldChg>
      <pc:sldChg chg="addSp modSp new ord modTransition modAnim">
        <pc:chgData name="Andrew Beatty" userId="ddf183e3-d1da-49e1-9619-81ceb6b4ef92" providerId="ADAL" clId="{91B93874-8CCD-4E14-A754-32A4AFF48307}" dt="2024-02-28T17:46:06.201" v="45"/>
        <pc:sldMkLst>
          <pc:docMk/>
          <pc:sldMk cId="3963256537" sldId="290"/>
        </pc:sldMkLst>
        <pc:picChg chg="add mod">
          <ac:chgData name="Andrew Beatty" userId="ddf183e3-d1da-49e1-9619-81ceb6b4ef92" providerId="ADAL" clId="{91B93874-8CCD-4E14-A754-32A4AFF48307}" dt="2024-02-28T17:46:06.201" v="45"/>
          <ac:picMkLst>
            <pc:docMk/>
            <pc:sldMk cId="3963256537" sldId="290"/>
            <ac:picMk id="2" creationId="{0FFCFB5E-3171-89D0-522A-7CA100981D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w.Beatty@atu.i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39A4-D44D-49B2-B0D1-95366E5C4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Flask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98235-7A08-4023-9E21-3260E66B28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Web Services and Applications</a:t>
            </a:r>
          </a:p>
          <a:p>
            <a:r>
              <a:rPr lang="en-IE" dirty="0">
                <a:hlinkClick r:id="rId2"/>
              </a:rPr>
              <a:t>Andrew.Beatty@atu.ie</a:t>
            </a:r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59C28-C20E-41CF-8055-811750667379}"/>
              </a:ext>
            </a:extLst>
          </p:cNvPr>
          <p:cNvSpPr txBox="1"/>
          <p:nvPr/>
        </p:nvSpPr>
        <p:spPr>
          <a:xfrm>
            <a:off x="9906000" y="4389120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/>
              <a:t>6.3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1511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</p:spTree>
    <p:extLst>
      <p:ext uri="{BB962C8B-B14F-4D97-AF65-F5344CB8AC3E}">
        <p14:creationId xmlns:p14="http://schemas.microsoft.com/office/powerpoint/2010/main" val="148932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4324067" y="-11993099"/>
            <a:ext cx="38345808" cy="29209594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927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765C-5036-47AC-9EF4-BFBA2E6D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Static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F5057-4EC5-4499-8571-21C8AE408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Pass the </a:t>
            </a:r>
            <a:r>
              <a:rPr lang="en-IE" dirty="0" err="1"/>
              <a:t>url</a:t>
            </a:r>
            <a:r>
              <a:rPr lang="en-IE" dirty="0"/>
              <a:t> mapping and location of the static pages when creating the app</a:t>
            </a:r>
          </a:p>
          <a:p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03E8F-9C15-4DC6-9287-34460AB0FDCF}"/>
              </a:ext>
            </a:extLst>
          </p:cNvPr>
          <p:cNvSpPr txBox="1"/>
          <p:nvPr/>
        </p:nvSpPr>
        <p:spPr>
          <a:xfrm>
            <a:off x="1803400" y="2921000"/>
            <a:ext cx="69977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app = Flask(__name__,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</a:rPr>
              <a:t>static_url_path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='',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</a:rPr>
              <a:t>static_folder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='.')</a:t>
            </a:r>
            <a:endParaRPr lang="en-IE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C43B8-F306-445A-AA55-2C63CB63C78B}"/>
              </a:ext>
            </a:extLst>
          </p:cNvPr>
          <p:cNvSpPr txBox="1"/>
          <p:nvPr/>
        </p:nvSpPr>
        <p:spPr>
          <a:xfrm>
            <a:off x="1803400" y="3720592"/>
            <a:ext cx="80391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app = Flask(__name__,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</a:rPr>
              <a:t>static_url_path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='', 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</a:rPr>
              <a:t>static_folder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=‘</a:t>
            </a:r>
            <a:r>
              <a:rPr lang="en-GB" dirty="0" err="1">
                <a:solidFill>
                  <a:schemeClr val="bg1"/>
                </a:solidFill>
                <a:highlight>
                  <a:srgbClr val="000000"/>
                </a:highlight>
              </a:rPr>
              <a:t>staticpages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')</a:t>
            </a:r>
            <a:endParaRPr lang="en-IE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40425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28F2A-F884-B9A8-DA3D-F13B0E88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999503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</p:spTree>
    <p:extLst>
      <p:ext uri="{BB962C8B-B14F-4D97-AF65-F5344CB8AC3E}">
        <p14:creationId xmlns:p14="http://schemas.microsoft.com/office/powerpoint/2010/main" val="292774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9612-1229-4BE7-B483-C644F70E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app-server? </a:t>
            </a:r>
            <a:br>
              <a:rPr lang="en-IE" dirty="0"/>
            </a:br>
            <a:r>
              <a:rPr lang="en-IE" sz="1800" dirty="0"/>
              <a:t>And what is a web-server?</a:t>
            </a:r>
            <a:endParaRPr lang="en-IE" dirty="0"/>
          </a:p>
        </p:txBody>
      </p:sp>
      <p:sp>
        <p:nvSpPr>
          <p:cNvPr id="5" name="AutoShape 4" descr="Related image">
            <a:extLst>
              <a:ext uri="{FF2B5EF4-FFF2-40B4-BE49-F238E27FC236}">
                <a16:creationId xmlns:a16="http://schemas.microsoft.com/office/drawing/2014/main" id="{E184439A-07CF-43EB-A549-2BF44B2337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2749" y="2432807"/>
            <a:ext cx="7046751" cy="411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780427-EC92-41AF-9F75-6245FED89BBD}"/>
              </a:ext>
            </a:extLst>
          </p:cNvPr>
          <p:cNvSpPr/>
          <p:nvPr/>
        </p:nvSpPr>
        <p:spPr>
          <a:xfrm>
            <a:off x="2122704" y="2114307"/>
            <a:ext cx="9281611" cy="22447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199D0-BCFA-45E5-84A0-22EBF4928CC1}"/>
              </a:ext>
            </a:extLst>
          </p:cNvPr>
          <p:cNvSpPr/>
          <p:nvPr/>
        </p:nvSpPr>
        <p:spPr>
          <a:xfrm>
            <a:off x="3481431" y="5512265"/>
            <a:ext cx="3506598" cy="12006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5FEF380-9499-419E-81D2-E085DC8880E9}"/>
              </a:ext>
            </a:extLst>
          </p:cNvPr>
          <p:cNvSpPr/>
          <p:nvPr/>
        </p:nvSpPr>
        <p:spPr>
          <a:xfrm>
            <a:off x="3730918" y="4659856"/>
            <a:ext cx="2885812" cy="64944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0E5F17-70A1-4476-A072-7BA25F9DEF6C}"/>
              </a:ext>
            </a:extLst>
          </p:cNvPr>
          <p:cNvSpPr txBox="1"/>
          <p:nvPr/>
        </p:nvSpPr>
        <p:spPr>
          <a:xfrm>
            <a:off x="4591587" y="4799911"/>
            <a:ext cx="171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internet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3BCD-773D-47BF-8F1A-0CB488952B6C}"/>
              </a:ext>
            </a:extLst>
          </p:cNvPr>
          <p:cNvSpPr txBox="1"/>
          <p:nvPr/>
        </p:nvSpPr>
        <p:spPr>
          <a:xfrm>
            <a:off x="2847899" y="5172997"/>
            <a:ext cx="200093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5CF54B-BC51-4A64-9F97-1F52DB1BF4D6}"/>
              </a:ext>
            </a:extLst>
          </p:cNvPr>
          <p:cNvSpPr txBox="1"/>
          <p:nvPr/>
        </p:nvSpPr>
        <p:spPr>
          <a:xfrm>
            <a:off x="5731856" y="5169243"/>
            <a:ext cx="17868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E" dirty="0"/>
              <a:t>HTTP response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05120-B823-4095-8C18-2F773702AF95}"/>
              </a:ext>
            </a:extLst>
          </p:cNvPr>
          <p:cNvSpPr txBox="1"/>
          <p:nvPr/>
        </p:nvSpPr>
        <p:spPr>
          <a:xfrm>
            <a:off x="2256941" y="2126743"/>
            <a:ext cx="93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Server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D016D-81A1-4048-8E85-483121458B1A}"/>
              </a:ext>
            </a:extLst>
          </p:cNvPr>
          <p:cNvSpPr/>
          <p:nvPr/>
        </p:nvSpPr>
        <p:spPr>
          <a:xfrm>
            <a:off x="3624044" y="3703320"/>
            <a:ext cx="2810292" cy="4953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B93B88-2D44-4173-AA2D-C0EA85A1BBE8}"/>
              </a:ext>
            </a:extLst>
          </p:cNvPr>
          <p:cNvSpPr txBox="1"/>
          <p:nvPr/>
        </p:nvSpPr>
        <p:spPr>
          <a:xfrm>
            <a:off x="3825379" y="3758948"/>
            <a:ext cx="255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 server (</a:t>
            </a:r>
            <a:r>
              <a:rPr lang="en-IE" dirty="0" err="1"/>
              <a:t>eg</a:t>
            </a:r>
            <a:r>
              <a:rPr lang="en-IE" dirty="0"/>
              <a:t> flask)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F1F7D8-EE36-4D5F-8AB7-4DD8A7AE916E}"/>
              </a:ext>
            </a:extLst>
          </p:cNvPr>
          <p:cNvSpPr/>
          <p:nvPr/>
        </p:nvSpPr>
        <p:spPr>
          <a:xfrm>
            <a:off x="2676240" y="2632294"/>
            <a:ext cx="2172597" cy="9106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02E84-0A9F-4BCB-9799-556DEE55A886}"/>
              </a:ext>
            </a:extLst>
          </p:cNvPr>
          <p:cNvSpPr txBox="1"/>
          <p:nvPr/>
        </p:nvSpPr>
        <p:spPr>
          <a:xfrm>
            <a:off x="2608976" y="2621649"/>
            <a:ext cx="2239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Directory with static pages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E792A-ED64-4C8C-B954-DF7099E462B2}"/>
              </a:ext>
            </a:extLst>
          </p:cNvPr>
          <p:cNvSpPr/>
          <p:nvPr/>
        </p:nvSpPr>
        <p:spPr>
          <a:xfrm>
            <a:off x="2801923" y="3056712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5285F1-CBBA-4FF5-9DBC-DF8F722549DF}"/>
              </a:ext>
            </a:extLst>
          </p:cNvPr>
          <p:cNvSpPr txBox="1"/>
          <p:nvPr/>
        </p:nvSpPr>
        <p:spPr>
          <a:xfrm>
            <a:off x="2801923" y="3077477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DDD85F-5A52-4944-B001-173CB493689A}"/>
              </a:ext>
            </a:extLst>
          </p:cNvPr>
          <p:cNvSpPr/>
          <p:nvPr/>
        </p:nvSpPr>
        <p:spPr>
          <a:xfrm>
            <a:off x="3871386" y="3042169"/>
            <a:ext cx="822121" cy="345818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CF79F-531A-46D9-AD86-CF6C9D3AB0D3}"/>
              </a:ext>
            </a:extLst>
          </p:cNvPr>
          <p:cNvSpPr txBox="1"/>
          <p:nvPr/>
        </p:nvSpPr>
        <p:spPr>
          <a:xfrm>
            <a:off x="3947191" y="3070175"/>
            <a:ext cx="721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800" dirty="0">
                <a:solidFill>
                  <a:schemeClr val="bg1"/>
                </a:solidFill>
              </a:rPr>
              <a:t>File.jpg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0FBA50-12F7-4312-AF7E-EBD967954404}"/>
              </a:ext>
            </a:extLst>
          </p:cNvPr>
          <p:cNvSpPr/>
          <p:nvPr/>
        </p:nvSpPr>
        <p:spPr>
          <a:xfrm>
            <a:off x="5721291" y="2611698"/>
            <a:ext cx="1757322" cy="11445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C06B1-AB2B-4EBF-BCE0-FB99DF6B2707}"/>
              </a:ext>
            </a:extLst>
          </p:cNvPr>
          <p:cNvSpPr txBox="1"/>
          <p:nvPr/>
        </p:nvSpPr>
        <p:spPr>
          <a:xfrm>
            <a:off x="5897461" y="2740462"/>
            <a:ext cx="1275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/>
              <a:t>Functions in the app server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24C591-8539-439A-8C5B-3295C50FC28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212984" y="3402530"/>
            <a:ext cx="2508307" cy="936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F2EC0E7-18A1-4B7C-AA71-938B36DD1489}"/>
              </a:ext>
            </a:extLst>
          </p:cNvPr>
          <p:cNvCxnSpPr/>
          <p:nvPr/>
        </p:nvCxnSpPr>
        <p:spPr>
          <a:xfrm flipH="1">
            <a:off x="5738070" y="3766924"/>
            <a:ext cx="1249959" cy="59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ylinder 28">
            <a:extLst>
              <a:ext uri="{FF2B5EF4-FFF2-40B4-BE49-F238E27FC236}">
                <a16:creationId xmlns:a16="http://schemas.microsoft.com/office/drawing/2014/main" id="{0D761CF5-EAEB-426F-A653-A905698E4266}"/>
              </a:ext>
            </a:extLst>
          </p:cNvPr>
          <p:cNvSpPr/>
          <p:nvPr/>
        </p:nvSpPr>
        <p:spPr>
          <a:xfrm>
            <a:off x="9219500" y="2374084"/>
            <a:ext cx="1895912" cy="189591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2A3CEA-B16B-4937-8ED0-1403C961BFC6}"/>
              </a:ext>
            </a:extLst>
          </p:cNvPr>
          <p:cNvSpPr txBox="1"/>
          <p:nvPr/>
        </p:nvSpPr>
        <p:spPr>
          <a:xfrm>
            <a:off x="9575860" y="3285619"/>
            <a:ext cx="1451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Database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6A5D93-54B9-4E7D-8C4B-461E9FA3BE9D}"/>
              </a:ext>
            </a:extLst>
          </p:cNvPr>
          <p:cNvCxnSpPr/>
          <p:nvPr/>
        </p:nvCxnSpPr>
        <p:spPr>
          <a:xfrm>
            <a:off x="7478613" y="2888635"/>
            <a:ext cx="1740887" cy="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A13474-118A-4155-8463-77B5F36D41FC}"/>
              </a:ext>
            </a:extLst>
          </p:cNvPr>
          <p:cNvCxnSpPr>
            <a:endCxn id="27" idx="3"/>
          </p:cNvCxnSpPr>
          <p:nvPr/>
        </p:nvCxnSpPr>
        <p:spPr>
          <a:xfrm flipH="1" flipV="1">
            <a:off x="7478613" y="3183989"/>
            <a:ext cx="1740887" cy="1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BDC5FB-765C-4EC4-AB21-00FB5A375B30}"/>
              </a:ext>
            </a:extLst>
          </p:cNvPr>
          <p:cNvSpPr txBox="1"/>
          <p:nvPr/>
        </p:nvSpPr>
        <p:spPr>
          <a:xfrm>
            <a:off x="8658980" y="46241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Flask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3AA15F-222D-4E3B-8D27-7595487509C9}"/>
              </a:ext>
            </a:extLst>
          </p:cNvPr>
          <p:cNvSpPr txBox="1"/>
          <p:nvPr/>
        </p:nvSpPr>
        <p:spPr>
          <a:xfrm>
            <a:off x="8762300" y="1085741"/>
            <a:ext cx="138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Our code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4E0476-0715-4487-8860-1058F515E6C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21054" y="4198681"/>
            <a:ext cx="2137926" cy="6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BBECE9-3136-4353-B319-CFEDD48BE0D1}"/>
              </a:ext>
            </a:extLst>
          </p:cNvPr>
          <p:cNvCxnSpPr>
            <a:cxnSpLocks/>
          </p:cNvCxnSpPr>
          <p:nvPr/>
        </p:nvCxnSpPr>
        <p:spPr>
          <a:xfrm flipH="1">
            <a:off x="7420396" y="1455073"/>
            <a:ext cx="1575399" cy="11772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25392B-E302-4AA7-8218-1623EB83517E}"/>
              </a:ext>
            </a:extLst>
          </p:cNvPr>
          <p:cNvSpPr txBox="1"/>
          <p:nvPr/>
        </p:nvSpPr>
        <p:spPr>
          <a:xfrm>
            <a:off x="3515166" y="5512265"/>
            <a:ext cx="966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Client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BFA1CC-5083-60D1-BFBB-7B1E3A3936F4}"/>
              </a:ext>
            </a:extLst>
          </p:cNvPr>
          <p:cNvCxnSpPr>
            <a:cxnSpLocks/>
          </p:cNvCxnSpPr>
          <p:nvPr/>
        </p:nvCxnSpPr>
        <p:spPr>
          <a:xfrm flipV="1">
            <a:off x="4525257" y="4143118"/>
            <a:ext cx="0" cy="155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3B6176-F8DC-D151-4757-1117D6D0AD03}"/>
              </a:ext>
            </a:extLst>
          </p:cNvPr>
          <p:cNvCxnSpPr>
            <a:cxnSpLocks/>
          </p:cNvCxnSpPr>
          <p:nvPr/>
        </p:nvCxnSpPr>
        <p:spPr>
          <a:xfrm>
            <a:off x="5738070" y="4338735"/>
            <a:ext cx="0" cy="135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0E16C37-9908-4608-C6A2-1D16E5821E01}"/>
              </a:ext>
            </a:extLst>
          </p:cNvPr>
          <p:cNvSpPr txBox="1"/>
          <p:nvPr/>
        </p:nvSpPr>
        <p:spPr>
          <a:xfrm>
            <a:off x="4402509" y="5695471"/>
            <a:ext cx="1388071" cy="923330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accent1">
                <a:shade val="50000"/>
                <a:alpha val="38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bg1">
                    <a:lumMod val="65000"/>
                  </a:schemeClr>
                </a:solidFill>
              </a:rPr>
              <a:t>Browser/ postmaster/curl</a:t>
            </a:r>
          </a:p>
        </p:txBody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6890BA14-3819-B8C5-221E-7C9540BC1844}"/>
              </a:ext>
            </a:extLst>
          </p:cNvPr>
          <p:cNvSpPr/>
          <p:nvPr/>
        </p:nvSpPr>
        <p:spPr>
          <a:xfrm>
            <a:off x="-11694291" y="-11972503"/>
            <a:ext cx="38345808" cy="29209594"/>
          </a:xfrm>
          <a:custGeom>
            <a:avLst/>
            <a:gdLst>
              <a:gd name="connsiteX0" fmla="*/ 18221835 w 38345808"/>
              <a:gd name="connsiteY0" fmla="*/ 10714703 h 21945600"/>
              <a:gd name="connsiteX1" fmla="*/ 16489508 w 38345808"/>
              <a:gd name="connsiteY1" fmla="*/ 11285308 h 21945600"/>
              <a:gd name="connsiteX2" fmla="*/ 18221835 w 38345808"/>
              <a:gd name="connsiteY2" fmla="*/ 11855913 h 21945600"/>
              <a:gd name="connsiteX3" fmla="*/ 19954161 w 38345808"/>
              <a:gd name="connsiteY3" fmla="*/ 11285308 h 21945600"/>
              <a:gd name="connsiteX4" fmla="*/ 18221835 w 38345808"/>
              <a:gd name="connsiteY4" fmla="*/ 10714703 h 21945600"/>
              <a:gd name="connsiteX5" fmla="*/ 0 w 38345808"/>
              <a:gd name="connsiteY5" fmla="*/ 0 h 21945600"/>
              <a:gd name="connsiteX6" fmla="*/ 38345808 w 38345808"/>
              <a:gd name="connsiteY6" fmla="*/ 0 h 21945600"/>
              <a:gd name="connsiteX7" fmla="*/ 38345808 w 38345808"/>
              <a:gd name="connsiteY7" fmla="*/ 21945600 h 21945600"/>
              <a:gd name="connsiteX8" fmla="*/ 0 w 38345808"/>
              <a:gd name="connsiteY8" fmla="*/ 21945600 h 219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45808" h="21945600">
                <a:moveTo>
                  <a:pt x="18221835" y="10714703"/>
                </a:moveTo>
                <a:cubicBezTo>
                  <a:pt x="17265097" y="10714703"/>
                  <a:pt x="16489508" y="10970172"/>
                  <a:pt x="16489508" y="11285308"/>
                </a:cubicBezTo>
                <a:cubicBezTo>
                  <a:pt x="16489508" y="11600444"/>
                  <a:pt x="17265097" y="11855913"/>
                  <a:pt x="18221835" y="11855913"/>
                </a:cubicBezTo>
                <a:cubicBezTo>
                  <a:pt x="19178572" y="11855913"/>
                  <a:pt x="19954161" y="11600444"/>
                  <a:pt x="19954161" y="11285308"/>
                </a:cubicBezTo>
                <a:cubicBezTo>
                  <a:pt x="19954161" y="10970172"/>
                  <a:pt x="19178572" y="10714703"/>
                  <a:pt x="18221835" y="10714703"/>
                </a:cubicBezTo>
                <a:close/>
                <a:moveTo>
                  <a:pt x="0" y="0"/>
                </a:moveTo>
                <a:lnTo>
                  <a:pt x="38345808" y="0"/>
                </a:lnTo>
                <a:lnTo>
                  <a:pt x="38345808" y="21945600"/>
                </a:lnTo>
                <a:lnTo>
                  <a:pt x="0" y="21945600"/>
                </a:lnTo>
                <a:close/>
              </a:path>
            </a:pathLst>
          </a:cu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720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E9C4-99AA-492D-86AA-23284794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Simple FLASK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D727B122-4DD3-431B-8711-21213BF5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031" y="2332862"/>
            <a:ext cx="3983809" cy="3411722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6A995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#!flask/bin/python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flask </a:t>
            </a: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Flask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IE" sz="1200" dirty="0">
              <a:solidFill>
                <a:schemeClr val="bg1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E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 = Flask(__name__)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IE" sz="120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app.route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'/'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DCDC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"Hello, World!"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C586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__name__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== </a:t>
            </a:r>
            <a:r>
              <a:rPr lang="en-IE" sz="1200" dirty="0">
                <a:solidFill>
                  <a:srgbClr val="CE917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'__main__'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E" sz="120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app.run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E" sz="1200" dirty="0">
                <a:solidFill>
                  <a:srgbClr val="9CDCF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IE" sz="1200" dirty="0">
                <a:solidFill>
                  <a:srgbClr val="569CD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IE" sz="1200" dirty="0">
                <a:solidFill>
                  <a:srgbClr val="D4D4D4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E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2FE50-1704-41D4-8760-D935CABEB26A}"/>
              </a:ext>
            </a:extLst>
          </p:cNvPr>
          <p:cNvSpPr txBox="1"/>
          <p:nvPr/>
        </p:nvSpPr>
        <p:spPr>
          <a:xfrm>
            <a:off x="6096000" y="3353691"/>
            <a:ext cx="4528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Map </a:t>
            </a:r>
            <a:r>
              <a:rPr lang="en-IE" dirty="0" err="1"/>
              <a:t>url</a:t>
            </a:r>
            <a:r>
              <a:rPr lang="en-IE" dirty="0"/>
              <a:t> endpoint to this function</a:t>
            </a:r>
          </a:p>
          <a:p>
            <a:r>
              <a:rPr lang="en-IE" dirty="0"/>
              <a:t>What I will talk about here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7D9B3-EF9A-4840-B6C7-BFC9DF628D23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717800" y="3467100"/>
            <a:ext cx="3378200" cy="20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83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8928" y="1617953"/>
            <a:ext cx="10058400" cy="4050792"/>
          </a:xfrm>
        </p:spPr>
        <p:txBody>
          <a:bodyPr/>
          <a:lstStyle/>
          <a:p>
            <a:r>
              <a:rPr lang="en-US" dirty="0"/>
              <a:t>Routing (URL mapping)</a:t>
            </a:r>
          </a:p>
          <a:p>
            <a:endParaRPr lang="en-US" dirty="0"/>
          </a:p>
          <a:p>
            <a:r>
              <a:rPr lang="en-US" dirty="0"/>
              <a:t>Variables in route (URL)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also get variables from the body of the HTTP request (see later) </a:t>
            </a:r>
          </a:p>
          <a:p>
            <a:r>
              <a:rPr lang="en-US" dirty="0"/>
              <a:t>Use the </a:t>
            </a:r>
            <a:r>
              <a:rPr lang="en-US" dirty="0" err="1"/>
              <a:t>url_for</a:t>
            </a:r>
            <a:r>
              <a:rPr lang="en-US" dirty="0"/>
              <a:t>() function to generate a </a:t>
            </a:r>
            <a:r>
              <a:rPr lang="en-US" dirty="0" err="1"/>
              <a:t>url</a:t>
            </a:r>
            <a:r>
              <a:rPr lang="en-US" dirty="0"/>
              <a:t> to a particular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13702" y="2908553"/>
            <a:ext cx="5016076" cy="5847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('/user/&lt;username&gt;')</a:t>
            </a:r>
          </a:p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('/user/&lt;</a:t>
            </a:r>
            <a:r>
              <a:rPr lang="en-US" sz="1600" dirty="0" err="1">
                <a:latin typeface="Courier New"/>
                <a:cs typeface="Courier New"/>
              </a:rPr>
              <a:t>int:post_id</a:t>
            </a:r>
            <a:r>
              <a:rPr lang="en-US" sz="1600" dirty="0">
                <a:latin typeface="Courier New"/>
                <a:cs typeface="Courier New"/>
              </a:rPr>
              <a:t>&gt;’)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3702" y="2093976"/>
            <a:ext cx="6443206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('/user’,</a:t>
            </a:r>
            <a:r>
              <a:rPr lang="en-US" sz="1600" dirty="0"/>
              <a:t> </a:t>
            </a:r>
            <a:r>
              <a:rPr lang="en-US" sz="1600" dirty="0">
                <a:latin typeface="Courier New"/>
                <a:cs typeface="Courier New"/>
              </a:rPr>
              <a:t>methods=['GET', 'POST'])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246" y="4557486"/>
            <a:ext cx="5549701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Courier New"/>
                <a:cs typeface="Courier New"/>
              </a:rPr>
              <a:t>@</a:t>
            </a:r>
            <a:r>
              <a:rPr lang="en-US" sz="1600" dirty="0" err="1">
                <a:latin typeface="Courier New"/>
                <a:cs typeface="Courier New"/>
              </a:rPr>
              <a:t>app.route</a:t>
            </a:r>
            <a:r>
              <a:rPr lang="en-US" sz="1600" dirty="0">
                <a:latin typeface="Courier New"/>
                <a:cs typeface="Courier New"/>
              </a:rPr>
              <a:t>('/')</a:t>
            </a:r>
          </a:p>
          <a:p>
            <a:r>
              <a:rPr lang="en-US" sz="1600" dirty="0" err="1">
                <a:latin typeface="Courier New"/>
                <a:cs typeface="Courier New"/>
              </a:rPr>
              <a:t>def</a:t>
            </a:r>
            <a:r>
              <a:rPr lang="en-US" sz="1600" dirty="0">
                <a:latin typeface="Courier New"/>
                <a:cs typeface="Courier New"/>
              </a:rPr>
              <a:t> index():</a:t>
            </a:r>
          </a:p>
          <a:p>
            <a:r>
              <a:rPr lang="en-US" sz="1600" dirty="0">
                <a:latin typeface="Courier New"/>
                <a:cs typeface="Courier New"/>
              </a:rPr>
              <a:t>	return 'index’</a:t>
            </a:r>
          </a:p>
          <a:p>
            <a:endParaRPr lang="en-US" sz="1600" dirty="0">
              <a:latin typeface="Courier New"/>
              <a:cs typeface="Courier New"/>
            </a:endParaRPr>
          </a:p>
          <a:p>
            <a:r>
              <a:rPr lang="en-US" sz="1600" dirty="0">
                <a:latin typeface="Courier New"/>
                <a:cs typeface="Courier New"/>
              </a:rPr>
              <a:t>#somewhere else</a:t>
            </a:r>
          </a:p>
          <a:p>
            <a:r>
              <a:rPr lang="en-US" sz="1600" dirty="0">
                <a:latin typeface="Courier New"/>
                <a:cs typeface="Courier New"/>
              </a:rPr>
              <a:t>print(</a:t>
            </a:r>
            <a:r>
              <a:rPr lang="en-US" sz="1600" dirty="0" err="1">
                <a:latin typeface="Courier New"/>
                <a:cs typeface="Courier New"/>
              </a:rPr>
              <a:t>url_for</a:t>
            </a:r>
            <a:r>
              <a:rPr lang="en-US" sz="1600" dirty="0">
                <a:latin typeface="Courier New"/>
                <a:cs typeface="Courier New"/>
              </a:rPr>
              <a:t>(index)</a:t>
            </a:r>
          </a:p>
          <a:p>
            <a:r>
              <a:rPr lang="en-US" sz="1600" dirty="0">
                <a:latin typeface="Courier New"/>
                <a:cs typeface="Courier New"/>
              </a:rPr>
              <a:t># will print out /</a:t>
            </a:r>
          </a:p>
        </p:txBody>
      </p:sp>
    </p:spTree>
    <p:extLst>
      <p:ext uri="{BB962C8B-B14F-4D97-AF65-F5344CB8AC3E}">
        <p14:creationId xmlns:p14="http://schemas.microsoft.com/office/powerpoint/2010/main" val="265759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46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25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04A8-28BF-42D9-949C-C3FFD205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E364-5637-48B3-A8DE-F886EC3A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You can map an endpoint with </a:t>
            </a:r>
            <a:r>
              <a:rPr lang="en-IE" dirty="0" err="1"/>
              <a:t>app.route</a:t>
            </a:r>
            <a:r>
              <a:rPr lang="en-IE" dirty="0"/>
              <a:t> </a:t>
            </a:r>
          </a:p>
          <a:p>
            <a:r>
              <a:rPr lang="en-IE" dirty="0"/>
              <a:t>You can now design an </a:t>
            </a:r>
            <a:r>
              <a:rPr lang="en-IE" dirty="0" err="1"/>
              <a:t>api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20891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6909</TotalTime>
  <Words>448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Courier New</vt:lpstr>
      <vt:lpstr>Rockwell</vt:lpstr>
      <vt:lpstr>Rockwell Condensed</vt:lpstr>
      <vt:lpstr>Wingdings</vt:lpstr>
      <vt:lpstr>Wood Type</vt:lpstr>
      <vt:lpstr>Flask Mapping</vt:lpstr>
      <vt:lpstr>What is an app-server?  And what is a web-server?</vt:lpstr>
      <vt:lpstr>What is an app-server?  And what is a web-server?</vt:lpstr>
      <vt:lpstr>Static pages</vt:lpstr>
      <vt:lpstr>Demonstration</vt:lpstr>
      <vt:lpstr>What is an app-server?  And what is a web-server?</vt:lpstr>
      <vt:lpstr>What is an app-server?  And what is a web-server?</vt:lpstr>
      <vt:lpstr>Simple FLASK</vt:lpstr>
      <vt:lpstr>Flask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Beatty</dc:creator>
  <cp:lastModifiedBy>Andrew Beatty</cp:lastModifiedBy>
  <cp:revision>17</cp:revision>
  <dcterms:created xsi:type="dcterms:W3CDTF">2019-11-13T10:44:00Z</dcterms:created>
  <dcterms:modified xsi:type="dcterms:W3CDTF">2026-02-26T13:49:39Z</dcterms:modified>
</cp:coreProperties>
</file>