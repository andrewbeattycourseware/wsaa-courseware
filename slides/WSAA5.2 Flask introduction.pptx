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9" r:id="rId3"/>
    <p:sldId id="285" r:id="rId4"/>
    <p:sldId id="286" r:id="rId5"/>
    <p:sldId id="288" r:id="rId6"/>
    <p:sldId id="287" r:id="rId7"/>
    <p:sldId id="289" r:id="rId8"/>
    <p:sldId id="283" r:id="rId9"/>
    <p:sldId id="290" r:id="rId10"/>
    <p:sldId id="258" r:id="rId11"/>
    <p:sldId id="261" r:id="rId12"/>
    <p:sldId id="264" r:id="rId13"/>
    <p:sldId id="28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13BBA-5912-4E10-A2DF-B6D793AC3D6E}" v="1" dt="2026-02-26T13:02:03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0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4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modSld">
      <pc:chgData name="Andrew Beatty" userId="ddf183e3-d1da-49e1-9619-81ceb6b4ef92" providerId="ADAL" clId="{0A9FA626-7B66-484A-9EFA-B61C399DD8F4}" dt="2026-02-26T13:02:09.704" v="1" actId="478"/>
      <pc:docMkLst>
        <pc:docMk/>
      </pc:docMkLst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715115145" sldId="256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715115145" sldId="256"/>
            <ac:picMk id="43" creationId="{E0268191-245D-7E50-421E-1C5D33248C37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1798838763" sldId="258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1798838763" sldId="258"/>
            <ac:picMk id="10" creationId="{25698AC5-3216-D4C5-FC67-FEF93A6246BD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3094609968" sldId="259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3094609968" sldId="259"/>
            <ac:picMk id="40" creationId="{B1165ED8-E40B-73C1-B955-BFFB3B87DC3B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2875544619" sldId="261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2875544619" sldId="261"/>
            <ac:picMk id="13" creationId="{3741676E-85C2-253E-B750-E89F0AC9367C}"/>
          </ac:picMkLst>
        </pc:picChg>
      </pc:sldChg>
      <pc:sldChg chg="delSp mod modTransition delAnim modAnim">
        <pc:chgData name="Andrew Beatty" userId="ddf183e3-d1da-49e1-9619-81ceb6b4ef92" providerId="ADAL" clId="{0A9FA626-7B66-484A-9EFA-B61C399DD8F4}" dt="2026-02-26T13:02:09.704" v="1" actId="478"/>
        <pc:sldMkLst>
          <pc:docMk/>
          <pc:sldMk cId="3559764501" sldId="264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3559764501" sldId="264"/>
            <ac:picMk id="5" creationId="{415F0F2D-8450-0F37-D8FD-9A20D0B90DC0}"/>
          </ac:picMkLst>
        </pc:picChg>
        <pc:picChg chg="del">
          <ac:chgData name="Andrew Beatty" userId="ddf183e3-d1da-49e1-9619-81ceb6b4ef92" providerId="ADAL" clId="{0A9FA626-7B66-484A-9EFA-B61C399DD8F4}" dt="2026-02-26T13:02:09.704" v="1" actId="478"/>
          <ac:picMkLst>
            <pc:docMk/>
            <pc:sldMk cId="3559764501" sldId="264"/>
            <ac:picMk id="11" creationId="{28293A13-0455-7155-63D5-71D12FD3C1F8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3348818366" sldId="283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3348818366" sldId="283"/>
            <ac:picMk id="7" creationId="{B88C8C90-9852-1435-3405-AB0A8C8B3316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1268915657" sldId="284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1268915657" sldId="284"/>
            <ac:picMk id="6" creationId="{867E606C-24F1-B764-AA7F-3917976DB663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1489323118" sldId="285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1489323118" sldId="285"/>
            <ac:picMk id="45" creationId="{C58D1E38-ED51-74EE-B522-491295E52EB7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1228137392" sldId="286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1228137392" sldId="286"/>
            <ac:picMk id="37" creationId="{B7E23961-CCD5-ADA7-7CAA-A489825A6F3A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3157200653" sldId="287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3157200653" sldId="287"/>
            <ac:picMk id="10" creationId="{E15F5732-3E4B-B3EE-653A-1EBE17905415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499271964" sldId="288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499271964" sldId="288"/>
            <ac:picMk id="10" creationId="{368406B1-ED7A-F04D-C826-5CD9FA1EB038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1548079326" sldId="289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1548079326" sldId="289"/>
            <ac:picMk id="10" creationId="{E58EE5D0-7A3E-E5C9-7486-B3F89C846079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2-26T13:02:03.998" v="0"/>
        <pc:sldMkLst>
          <pc:docMk/>
          <pc:sldMk cId="1183979489" sldId="290"/>
        </pc:sldMkLst>
        <pc:picChg chg="del">
          <ac:chgData name="Andrew Beatty" userId="ddf183e3-d1da-49e1-9619-81ceb6b4ef92" providerId="ADAL" clId="{0A9FA626-7B66-484A-9EFA-B61C399DD8F4}" dt="2026-02-26T13:02:03.998" v="0"/>
          <ac:picMkLst>
            <pc:docMk/>
            <pc:sldMk cId="1183979489" sldId="290"/>
            <ac:picMk id="10" creationId="{6F87BE34-4C0B-48D5-A7D8-2D9315397DB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w.Beatty@atu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39A4-D44D-49B2-B0D1-95366E5C4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sz="3600" dirty="0"/>
              <a:t>Creating your own webservice</a:t>
            </a:r>
            <a:br>
              <a:rPr lang="en-IE" dirty="0"/>
            </a:br>
            <a:r>
              <a:rPr lang="en-IE" dirty="0"/>
              <a:t>Flask intro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98235-7A08-4023-9E21-3260E66B28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Web Services and Applications</a:t>
            </a:r>
          </a:p>
          <a:p>
            <a:r>
              <a:rPr lang="en-IE" dirty="0">
                <a:hlinkClick r:id="rId2"/>
              </a:rPr>
              <a:t>Andrew.Beatty@atu.ie</a:t>
            </a: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AA2E3-2435-4A26-7FE4-2A2CC102F319}"/>
              </a:ext>
            </a:extLst>
          </p:cNvPr>
          <p:cNvSpPr txBox="1"/>
          <p:nvPr/>
        </p:nvSpPr>
        <p:spPr>
          <a:xfrm>
            <a:off x="9906000" y="4389120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/>
              <a:t>6.2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1511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33298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165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76292-F8E1-484F-B089-7B8C58714F44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625008-BE71-41D2-937B-55C7E3A0A8F3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5D803B-913E-416F-B879-36C98D8708DA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75000"/>
                  </a:schemeClr>
                </a:solidFill>
              </a:rPr>
              <a:t>App server (</a:t>
            </a:r>
            <a:r>
              <a:rPr lang="en-IE" dirty="0" err="1">
                <a:solidFill>
                  <a:schemeClr val="bg1">
                    <a:lumMod val="75000"/>
                  </a:schemeClr>
                </a:solidFill>
              </a:rPr>
              <a:t>eg</a:t>
            </a:r>
            <a:r>
              <a:rPr lang="en-IE" dirty="0">
                <a:solidFill>
                  <a:schemeClr val="bg1">
                    <a:lumMod val="75000"/>
                  </a:schemeClr>
                </a:solidFill>
              </a:rPr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  <a:alpha val="38000"/>
            </a:schemeClr>
          </a:solidFill>
          <a:ln>
            <a:solidFill>
              <a:schemeClr val="accent1">
                <a:shade val="50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>
                <a:solidFill>
                  <a:schemeClr val="bg1">
                    <a:lumMod val="75000"/>
                  </a:schemeClr>
                </a:solidFill>
              </a:rPr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  <a:alpha val="26000"/>
            </a:schemeClr>
          </a:solidFill>
          <a:ln>
            <a:solidFill>
              <a:schemeClr val="accent1">
                <a:shade val="50000"/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  <a:alpha val="25000"/>
            </a:schemeClr>
          </a:solidFill>
          <a:ln>
            <a:solidFill>
              <a:schemeClr val="accent1">
                <a:shade val="50000"/>
                <a:alpha val="4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>
                <a:solidFill>
                  <a:schemeClr val="bg1">
                    <a:lumMod val="75000"/>
                  </a:schemeClr>
                </a:solidFill>
              </a:rPr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75000"/>
                  </a:schemeClr>
                </a:solidFill>
              </a:rPr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68D2339-A3BD-E1B8-15EC-BAEAF257A763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Browser/ postmaster/curl</a:t>
            </a:r>
          </a:p>
        </p:txBody>
      </p:sp>
    </p:spTree>
    <p:extLst>
      <p:ext uri="{BB962C8B-B14F-4D97-AF65-F5344CB8AC3E}">
        <p14:creationId xmlns:p14="http://schemas.microsoft.com/office/powerpoint/2010/main" val="309460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</p:spTree>
    <p:extLst>
      <p:ext uri="{BB962C8B-B14F-4D97-AF65-F5344CB8AC3E}">
        <p14:creationId xmlns:p14="http://schemas.microsoft.com/office/powerpoint/2010/main" val="148932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3008076" y="-7285703"/>
            <a:ext cx="38345808" cy="21945600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813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4324067" y="-11993099"/>
            <a:ext cx="38345808" cy="29209594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927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1694291" y="-11972503"/>
            <a:ext cx="38345808" cy="29209594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720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3008076" y="-7285703"/>
            <a:ext cx="38345808" cy="21945600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807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D42B-3D36-CE35-E29D-994F4298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Python Frameworks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503A95-D85F-517E-5399-185F3A1A5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708990"/>
              </p:ext>
            </p:extLst>
          </p:nvPr>
        </p:nvGraphicFramePr>
        <p:xfrm>
          <a:off x="1069975" y="2120900"/>
          <a:ext cx="100584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69402726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503864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73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Django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One of the oldest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190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Flask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The one I will show you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10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Hug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Recent framework and 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2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Bottle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Haven’t used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5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 err="1"/>
                        <a:t>CherryPy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2002 and I have never used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07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Dash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And there are lots more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50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400F5E-34F6-ED2A-66E6-86D9F51CDA3B}"/>
              </a:ext>
            </a:extLst>
          </p:cNvPr>
          <p:cNvSpPr txBox="1"/>
          <p:nvPr/>
        </p:nvSpPr>
        <p:spPr>
          <a:xfrm>
            <a:off x="4224042" y="5810081"/>
            <a:ext cx="774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Ref: https://www.monocubed.com/blog/top-python-frameworks/</a:t>
            </a:r>
          </a:p>
        </p:txBody>
      </p:sp>
    </p:spTree>
    <p:extLst>
      <p:ext uri="{BB962C8B-B14F-4D97-AF65-F5344CB8AC3E}">
        <p14:creationId xmlns:p14="http://schemas.microsoft.com/office/powerpoint/2010/main" val="334881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1694291" y="-11972503"/>
            <a:ext cx="38345808" cy="29209594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397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E9C4-99AA-492D-86AA-23284794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Simple FLASK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D727B122-4DD3-431B-8711-21213BF5B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031" y="2332862"/>
            <a:ext cx="3983809" cy="3411722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#!flask/bin/python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flask </a:t>
            </a: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Flask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IE" sz="1200" dirty="0">
              <a:solidFill>
                <a:schemeClr val="bg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E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 = Flask(__name__)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E" sz="120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app.route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'/'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"Hello, World!"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__name__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==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'__main__'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app.run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IE" sz="12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083C8-D5A5-4E0C-BA99-9CE7F42357DD}"/>
              </a:ext>
            </a:extLst>
          </p:cNvPr>
          <p:cNvSpPr txBox="1"/>
          <p:nvPr/>
        </p:nvSpPr>
        <p:spPr>
          <a:xfrm>
            <a:off x="6233020" y="1921079"/>
            <a:ext cx="364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Import flask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2FE50-1704-41D4-8760-D935CABEB26A}"/>
              </a:ext>
            </a:extLst>
          </p:cNvPr>
          <p:cNvSpPr txBox="1"/>
          <p:nvPr/>
        </p:nvSpPr>
        <p:spPr>
          <a:xfrm>
            <a:off x="6096000" y="3353691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Map </a:t>
            </a:r>
            <a:r>
              <a:rPr lang="en-IE" dirty="0" err="1"/>
              <a:t>url</a:t>
            </a:r>
            <a:r>
              <a:rPr lang="en-IE" dirty="0"/>
              <a:t> to this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3D2F8-99F6-47BC-8489-3E380727ECEC}"/>
              </a:ext>
            </a:extLst>
          </p:cNvPr>
          <p:cNvSpPr txBox="1"/>
          <p:nvPr/>
        </p:nvSpPr>
        <p:spPr>
          <a:xfrm>
            <a:off x="6096000" y="3763747"/>
            <a:ext cx="4798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function outputs “hello world” as a HTTP response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69726-DD9C-4321-AFE8-921AD640E29C}"/>
              </a:ext>
            </a:extLst>
          </p:cNvPr>
          <p:cNvSpPr txBox="1"/>
          <p:nvPr/>
        </p:nvSpPr>
        <p:spPr>
          <a:xfrm>
            <a:off x="6470012" y="4953353"/>
            <a:ext cx="114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Run flask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92B26F-C635-4FC6-BECF-01EC73BA768B}"/>
              </a:ext>
            </a:extLst>
          </p:cNvPr>
          <p:cNvCxnSpPr>
            <a:cxnSpLocks/>
          </p:cNvCxnSpPr>
          <p:nvPr/>
        </p:nvCxnSpPr>
        <p:spPr>
          <a:xfrm flipH="1">
            <a:off x="3227294" y="2911083"/>
            <a:ext cx="2868706" cy="153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7D9B3-EF9A-4840-B6C7-BFC9DF628D23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2717800" y="3467100"/>
            <a:ext cx="3378200" cy="7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2756BD-4E5E-411A-9133-045BF7C16EBE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3797300" y="3848100"/>
            <a:ext cx="2298700" cy="238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FBB307-A197-4340-9F2A-2A9916766625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3842860" y="4446287"/>
            <a:ext cx="2627152" cy="691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F95FFB-0FDF-471E-B446-6A0F9987A515}"/>
              </a:ext>
            </a:extLst>
          </p:cNvPr>
          <p:cNvSpPr txBox="1"/>
          <p:nvPr/>
        </p:nvSpPr>
        <p:spPr>
          <a:xfrm>
            <a:off x="6185887" y="2695506"/>
            <a:ext cx="364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Create the flask app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6B76C3-0E48-49B7-B8D9-1F8B28AD6F5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83436" y="2105745"/>
            <a:ext cx="2449584" cy="47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83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485" y="1737221"/>
            <a:ext cx="10058400" cy="4761937"/>
          </a:xfrm>
        </p:spPr>
        <p:txBody>
          <a:bodyPr>
            <a:normAutofit/>
          </a:bodyPr>
          <a:lstStyle/>
          <a:p>
            <a:r>
              <a:rPr lang="en-US" dirty="0"/>
              <a:t>Two ways, what we know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And using Flask command</a:t>
            </a:r>
          </a:p>
          <a:p>
            <a:pPr lvl="1"/>
            <a:r>
              <a:rPr lang="en-US" dirty="0"/>
              <a:t>This has the advantage or being able to set environmental variables, so your server can run differently depending on whether is is in the cloud or on your own machine.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debug mode: export FLASK_DEBUG=1</a:t>
            </a:r>
          </a:p>
          <a:p>
            <a:pPr lvl="1"/>
            <a:r>
              <a:rPr lang="en-US" dirty="0"/>
              <a:t>Linux mac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Windows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 will see more on this when uploading to python anywhere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700" y="2145043"/>
            <a:ext cx="5891222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python </a:t>
            </a:r>
            <a:r>
              <a:rPr lang="en-US" sz="1600" dirty="0" err="1">
                <a:latin typeface="Courier New"/>
                <a:cs typeface="Courier New"/>
              </a:rPr>
              <a:t>b_restserver.py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700" y="4140679"/>
            <a:ext cx="6382157" cy="5847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export FLASK_APP=</a:t>
            </a:r>
            <a:r>
              <a:rPr lang="en-US" sz="1600" dirty="0" err="1">
                <a:latin typeface="Courier New"/>
                <a:cs typeface="Courier New"/>
              </a:rPr>
              <a:t>b_restserver</a:t>
            </a:r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flask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27" y="5175850"/>
            <a:ext cx="6414174" cy="5847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set FLASK_APP=</a:t>
            </a:r>
            <a:r>
              <a:rPr lang="en-US" sz="1600" dirty="0" err="1">
                <a:latin typeface="Courier New"/>
                <a:cs typeface="Courier New"/>
              </a:rPr>
              <a:t>b_restserver</a:t>
            </a:r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flask run</a:t>
            </a:r>
          </a:p>
        </p:txBody>
      </p:sp>
    </p:spTree>
    <p:extLst>
      <p:ext uri="{BB962C8B-B14F-4D97-AF65-F5344CB8AC3E}">
        <p14:creationId xmlns:p14="http://schemas.microsoft.com/office/powerpoint/2010/main" val="287554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3559764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4AFF5-BF75-7BE2-4299-81DC3E4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80DBC-EB15-A3DA-4523-E1EA9A0A3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Flask is an app server</a:t>
            </a:r>
          </a:p>
          <a:p>
            <a:r>
              <a:rPr lang="en-IE" dirty="0"/>
              <a:t>There are two ways of running it</a:t>
            </a:r>
          </a:p>
        </p:txBody>
      </p:sp>
    </p:spTree>
    <p:extLst>
      <p:ext uri="{BB962C8B-B14F-4D97-AF65-F5344CB8AC3E}">
        <p14:creationId xmlns:p14="http://schemas.microsoft.com/office/powerpoint/2010/main" val="1268915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6957</TotalTime>
  <Words>597</Words>
  <Application>Microsoft Office PowerPoint</Application>
  <PresentationFormat>Widescreen</PresentationFormat>
  <Paragraphs>163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Courier New</vt:lpstr>
      <vt:lpstr>Rockwell</vt:lpstr>
      <vt:lpstr>Rockwell Condensed</vt:lpstr>
      <vt:lpstr>Wingdings</vt:lpstr>
      <vt:lpstr>Wood Type</vt:lpstr>
      <vt:lpstr>Creating your own webservice Flask intro</vt:lpstr>
      <vt:lpstr>What is an app-server?  And what is a web-server?</vt:lpstr>
      <vt:lpstr>What is an app-server?  And what is a web-server?</vt:lpstr>
      <vt:lpstr>What is an app-server?  And what is a web-server?</vt:lpstr>
      <vt:lpstr>What is an app-server?  And what is a web-server?</vt:lpstr>
      <vt:lpstr>What is an app-server?  And what is a web-server?</vt:lpstr>
      <vt:lpstr>What is an app-server?  And what is a web-server?</vt:lpstr>
      <vt:lpstr>Python Frameworks</vt:lpstr>
      <vt:lpstr>What is an app-server?  And what is a web-server?</vt:lpstr>
      <vt:lpstr>Simple FLASK</vt:lpstr>
      <vt:lpstr>Starting Application</vt:lpstr>
      <vt:lpstr>Demonstration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Beatty</dc:creator>
  <cp:lastModifiedBy>Andrew Beatty</cp:lastModifiedBy>
  <cp:revision>16</cp:revision>
  <dcterms:created xsi:type="dcterms:W3CDTF">2019-11-13T10:44:00Z</dcterms:created>
  <dcterms:modified xsi:type="dcterms:W3CDTF">2026-02-26T13:02:16Z</dcterms:modified>
</cp:coreProperties>
</file>