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61" r:id="rId4"/>
    <p:sldId id="269" r:id="rId5"/>
    <p:sldId id="265" r:id="rId6"/>
    <p:sldId id="258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58CD88-60C5-4614-B5E6-623E2F19D150}" v="29" dt="2026-03-26T15:17:08.0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4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w Beatty" userId="ddf183e3-d1da-49e1-9619-81ceb6b4ef92" providerId="ADAL" clId="{0A9FA626-7B66-484A-9EFA-B61C399DD8F4}"/>
    <pc:docChg chg="undo custSel addSld delSld modSld">
      <pc:chgData name="Andrew Beatty" userId="ddf183e3-d1da-49e1-9619-81ceb6b4ef92" providerId="ADAL" clId="{0A9FA626-7B66-484A-9EFA-B61C399DD8F4}" dt="2026-03-26T15:17:15.424" v="723" actId="47"/>
      <pc:docMkLst>
        <pc:docMk/>
      </pc:docMkLst>
      <pc:sldChg chg="addSp delSp modSp mod modTransition modAnim">
        <pc:chgData name="Andrew Beatty" userId="ddf183e3-d1da-49e1-9619-81ceb6b4ef92" providerId="ADAL" clId="{0A9FA626-7B66-484A-9EFA-B61C399DD8F4}" dt="2026-03-26T15:17:08.091" v="721"/>
        <pc:sldMkLst>
          <pc:docMk/>
          <pc:sldMk cId="2692892969" sldId="256"/>
        </pc:sldMkLst>
        <pc:spChg chg="mod">
          <ac:chgData name="Andrew Beatty" userId="ddf183e3-d1da-49e1-9619-81ceb6b4ef92" providerId="ADAL" clId="{0A9FA626-7B66-484A-9EFA-B61C399DD8F4}" dt="2026-03-21T10:05:02.756" v="642" actId="20577"/>
          <ac:spMkLst>
            <pc:docMk/>
            <pc:sldMk cId="2692892969" sldId="256"/>
            <ac:spMk id="2" creationId="{6FD81A9E-31FB-4CB2-BA3C-9649BAEB3809}"/>
          </ac:spMkLst>
        </pc:spChg>
        <pc:picChg chg="add del mod">
          <ac:chgData name="Andrew Beatty" userId="ddf183e3-d1da-49e1-9619-81ceb6b4ef92" providerId="ADAL" clId="{0A9FA626-7B66-484A-9EFA-B61C399DD8F4}" dt="2026-03-26T15:17:08.091" v="721"/>
          <ac:picMkLst>
            <pc:docMk/>
            <pc:sldMk cId="2692892969" sldId="256"/>
            <ac:picMk id="6" creationId="{3C37F4D1-FE0F-74C9-D6C2-7ED0DBCEB197}"/>
          </ac:picMkLst>
        </pc:picChg>
      </pc:sldChg>
      <pc:sldChg chg="addSp delSp modSp mod modTransition modAnim">
        <pc:chgData name="Andrew Beatty" userId="ddf183e3-d1da-49e1-9619-81ceb6b4ef92" providerId="ADAL" clId="{0A9FA626-7B66-484A-9EFA-B61C399DD8F4}" dt="2026-03-26T15:17:08.091" v="721"/>
        <pc:sldMkLst>
          <pc:docMk/>
          <pc:sldMk cId="2533298620" sldId="257"/>
        </pc:sldMkLst>
        <pc:spChg chg="mod">
          <ac:chgData name="Andrew Beatty" userId="ddf183e3-d1da-49e1-9619-81ceb6b4ef92" providerId="ADAL" clId="{0A9FA626-7B66-484A-9EFA-B61C399DD8F4}" dt="2026-03-21T10:06:30.306" v="704" actId="20577"/>
          <ac:spMkLst>
            <pc:docMk/>
            <pc:sldMk cId="2533298620" sldId="257"/>
            <ac:spMk id="3" creationId="{9AA5BC69-F250-4D43-A70A-6D4AA9B88526}"/>
          </ac:spMkLst>
        </pc:spChg>
        <pc:picChg chg="add del mod">
          <ac:chgData name="Andrew Beatty" userId="ddf183e3-d1da-49e1-9619-81ceb6b4ef92" providerId="ADAL" clId="{0A9FA626-7B66-484A-9EFA-B61C399DD8F4}" dt="2026-03-26T15:17:08.091" v="721"/>
          <ac:picMkLst>
            <pc:docMk/>
            <pc:sldMk cId="2533298620" sldId="257"/>
            <ac:picMk id="15" creationId="{1690B386-C55B-7EBE-569E-E1815ECCB280}"/>
          </ac:picMkLst>
        </pc:picChg>
      </pc:sldChg>
      <pc:sldChg chg="addSp delSp modSp modTransition modAnim">
        <pc:chgData name="Andrew Beatty" userId="ddf183e3-d1da-49e1-9619-81ceb6b4ef92" providerId="ADAL" clId="{0A9FA626-7B66-484A-9EFA-B61C399DD8F4}" dt="2026-03-26T15:17:08.091" v="721"/>
        <pc:sldMkLst>
          <pc:docMk/>
          <pc:sldMk cId="4005712507" sldId="258"/>
        </pc:sldMkLst>
        <pc:picChg chg="add del mod">
          <ac:chgData name="Andrew Beatty" userId="ddf183e3-d1da-49e1-9619-81ceb6b4ef92" providerId="ADAL" clId="{0A9FA626-7B66-484A-9EFA-B61C399DD8F4}" dt="2026-03-26T15:17:08.091" v="721"/>
          <ac:picMkLst>
            <pc:docMk/>
            <pc:sldMk cId="4005712507" sldId="258"/>
            <ac:picMk id="7" creationId="{BA9C69BB-3063-EDC4-7148-7BDCF4B7A6DD}"/>
          </ac:picMkLst>
        </pc:picChg>
      </pc:sldChg>
      <pc:sldChg chg="addSp delSp modSp del mod modTransition delAnim modAnim">
        <pc:chgData name="Andrew Beatty" userId="ddf183e3-d1da-49e1-9619-81ceb6b4ef92" providerId="ADAL" clId="{0A9FA626-7B66-484A-9EFA-B61C399DD8F4}" dt="2026-03-26T15:17:15.424" v="723" actId="47"/>
        <pc:sldMkLst>
          <pc:docMk/>
          <pc:sldMk cId="320966971" sldId="259"/>
        </pc:sldMkLst>
        <pc:picChg chg="add del mod">
          <ac:chgData name="Andrew Beatty" userId="ddf183e3-d1da-49e1-9619-81ceb6b4ef92" providerId="ADAL" clId="{0A9FA626-7B66-484A-9EFA-B61C399DD8F4}" dt="2026-03-26T15:17:08.091" v="721"/>
          <ac:picMkLst>
            <pc:docMk/>
            <pc:sldMk cId="320966971" sldId="259"/>
            <ac:picMk id="3" creationId="{DFB186AC-ADE1-B1F1-44B4-589F9F4878E8}"/>
          </ac:picMkLst>
        </pc:picChg>
      </pc:sldChg>
      <pc:sldChg chg="addSp delSp modSp add mod modTransition modAnim">
        <pc:chgData name="Andrew Beatty" userId="ddf183e3-d1da-49e1-9619-81ceb6b4ef92" providerId="ADAL" clId="{0A9FA626-7B66-484A-9EFA-B61C399DD8F4}" dt="2026-03-26T15:17:08.091" v="721"/>
        <pc:sldMkLst>
          <pc:docMk/>
          <pc:sldMk cId="2571293769" sldId="261"/>
        </pc:sldMkLst>
        <pc:spChg chg="add mod">
          <ac:chgData name="Andrew Beatty" userId="ddf183e3-d1da-49e1-9619-81ceb6b4ef92" providerId="ADAL" clId="{0A9FA626-7B66-484A-9EFA-B61C399DD8F4}" dt="2026-03-21T09:08:54.618" v="196" actId="255"/>
          <ac:spMkLst>
            <pc:docMk/>
            <pc:sldMk cId="2571293769" sldId="261"/>
            <ac:spMk id="2" creationId="{84DF3D34-6F02-BAA8-C4BA-196B5AA092CA}"/>
          </ac:spMkLst>
        </pc:spChg>
        <pc:spChg chg="mod">
          <ac:chgData name="Andrew Beatty" userId="ddf183e3-d1da-49e1-9619-81ceb6b4ef92" providerId="ADAL" clId="{0A9FA626-7B66-484A-9EFA-B61C399DD8F4}" dt="2026-03-21T09:08:29.488" v="176" actId="1076"/>
          <ac:spMkLst>
            <pc:docMk/>
            <pc:sldMk cId="2571293769" sldId="261"/>
            <ac:spMk id="3" creationId="{A92E434E-EDA1-42AF-9C83-CCA65C0EAB99}"/>
          </ac:spMkLst>
        </pc:spChg>
        <pc:spChg chg="mod">
          <ac:chgData name="Andrew Beatty" userId="ddf183e3-d1da-49e1-9619-81ceb6b4ef92" providerId="ADAL" clId="{0A9FA626-7B66-484A-9EFA-B61C399DD8F4}" dt="2026-03-21T10:26:40.970" v="710" actId="20577"/>
          <ac:spMkLst>
            <pc:docMk/>
            <pc:sldMk cId="2571293769" sldId="261"/>
            <ac:spMk id="8" creationId="{BC7F947C-7D00-445F-9E48-49F79B236513}"/>
          </ac:spMkLst>
        </pc:spChg>
        <pc:spChg chg="mod">
          <ac:chgData name="Andrew Beatty" userId="ddf183e3-d1da-49e1-9619-81ceb6b4ef92" providerId="ADAL" clId="{0A9FA626-7B66-484A-9EFA-B61C399DD8F4}" dt="2026-03-21T09:08:29.488" v="176" actId="1076"/>
          <ac:spMkLst>
            <pc:docMk/>
            <pc:sldMk cId="2571293769" sldId="261"/>
            <ac:spMk id="9" creationId="{3B289C00-A8FF-427A-A248-2AFC74F951CE}"/>
          </ac:spMkLst>
        </pc:spChg>
        <pc:spChg chg="mod">
          <ac:chgData name="Andrew Beatty" userId="ddf183e3-d1da-49e1-9619-81ceb6b4ef92" providerId="ADAL" clId="{0A9FA626-7B66-484A-9EFA-B61C399DD8F4}" dt="2026-03-21T09:08:29.488" v="176" actId="1076"/>
          <ac:spMkLst>
            <pc:docMk/>
            <pc:sldMk cId="2571293769" sldId="261"/>
            <ac:spMk id="10" creationId="{6B716DAA-DF5F-4D6A-8546-28133DE38F8D}"/>
          </ac:spMkLst>
        </pc:spChg>
        <pc:spChg chg="mod">
          <ac:chgData name="Andrew Beatty" userId="ddf183e3-d1da-49e1-9619-81ceb6b4ef92" providerId="ADAL" clId="{0A9FA626-7B66-484A-9EFA-B61C399DD8F4}" dt="2026-03-21T09:08:29.488" v="176" actId="1076"/>
          <ac:spMkLst>
            <pc:docMk/>
            <pc:sldMk cId="2571293769" sldId="261"/>
            <ac:spMk id="11" creationId="{A6D017AC-4C55-4BC1-BD3F-D5E6AC472824}"/>
          </ac:spMkLst>
        </pc:spChg>
        <pc:spChg chg="mod">
          <ac:chgData name="Andrew Beatty" userId="ddf183e3-d1da-49e1-9619-81ceb6b4ef92" providerId="ADAL" clId="{0A9FA626-7B66-484A-9EFA-B61C399DD8F4}" dt="2026-03-21T09:08:29.488" v="176" actId="1076"/>
          <ac:spMkLst>
            <pc:docMk/>
            <pc:sldMk cId="2571293769" sldId="261"/>
            <ac:spMk id="12" creationId="{37608A1D-4B19-4DF5-8AB2-833DBD16E9E2}"/>
          </ac:spMkLst>
        </pc:spChg>
        <pc:spChg chg="mod">
          <ac:chgData name="Andrew Beatty" userId="ddf183e3-d1da-49e1-9619-81ceb6b4ef92" providerId="ADAL" clId="{0A9FA626-7B66-484A-9EFA-B61C399DD8F4}" dt="2026-03-21T09:08:29.488" v="176" actId="1076"/>
          <ac:spMkLst>
            <pc:docMk/>
            <pc:sldMk cId="2571293769" sldId="261"/>
            <ac:spMk id="13" creationId="{DF3EA8F8-BD2C-4CD4-B9BC-369BFB7D76D7}"/>
          </ac:spMkLst>
        </pc:spChg>
        <pc:picChg chg="add del mod">
          <ac:chgData name="Andrew Beatty" userId="ddf183e3-d1da-49e1-9619-81ceb6b4ef92" providerId="ADAL" clId="{0A9FA626-7B66-484A-9EFA-B61C399DD8F4}" dt="2026-03-26T15:17:08.091" v="721"/>
          <ac:picMkLst>
            <pc:docMk/>
            <pc:sldMk cId="2571293769" sldId="261"/>
            <ac:picMk id="6" creationId="{1307EFBE-A9D8-0AB9-31BD-DBF5E5E4CA45}"/>
          </ac:picMkLst>
        </pc:picChg>
      </pc:sldChg>
      <pc:sldChg chg="addSp delSp modSp add mod modTransition modAnim">
        <pc:chgData name="Andrew Beatty" userId="ddf183e3-d1da-49e1-9619-81ceb6b4ef92" providerId="ADAL" clId="{0A9FA626-7B66-484A-9EFA-B61C399DD8F4}" dt="2026-03-26T15:17:08.091" v="721"/>
        <pc:sldMkLst>
          <pc:docMk/>
          <pc:sldMk cId="508754356" sldId="265"/>
        </pc:sldMkLst>
        <pc:spChg chg="mod">
          <ac:chgData name="Andrew Beatty" userId="ddf183e3-d1da-49e1-9619-81ceb6b4ef92" providerId="ADAL" clId="{0A9FA626-7B66-484A-9EFA-B61C399DD8F4}" dt="2026-03-21T09:46:48.474" v="335" actId="20577"/>
          <ac:spMkLst>
            <pc:docMk/>
            <pc:sldMk cId="508754356" sldId="265"/>
            <ac:spMk id="4" creationId="{DEF1702D-FAF4-438C-81DD-CDA42E1851B9}"/>
          </ac:spMkLst>
        </pc:spChg>
        <pc:spChg chg="mod">
          <ac:chgData name="Andrew Beatty" userId="ddf183e3-d1da-49e1-9619-81ceb6b4ef92" providerId="ADAL" clId="{0A9FA626-7B66-484A-9EFA-B61C399DD8F4}" dt="2026-03-21T09:46:52.338" v="339" actId="20577"/>
          <ac:spMkLst>
            <pc:docMk/>
            <pc:sldMk cId="508754356" sldId="265"/>
            <ac:spMk id="7" creationId="{7A9FF36F-7F9B-4E6C-BE13-860FE78A9C62}"/>
          </ac:spMkLst>
        </pc:spChg>
        <pc:spChg chg="add mod">
          <ac:chgData name="Andrew Beatty" userId="ddf183e3-d1da-49e1-9619-81ceb6b4ef92" providerId="ADAL" clId="{0A9FA626-7B66-484A-9EFA-B61C399DD8F4}" dt="2026-03-21T09:57:43.518" v="545" actId="1076"/>
          <ac:spMkLst>
            <pc:docMk/>
            <pc:sldMk cId="508754356" sldId="265"/>
            <ac:spMk id="9" creationId="{EA058568-2EA7-E439-7BB8-F687E6DC3F7A}"/>
          </ac:spMkLst>
        </pc:spChg>
        <pc:spChg chg="mod">
          <ac:chgData name="Andrew Beatty" userId="ddf183e3-d1da-49e1-9619-81ceb6b4ef92" providerId="ADAL" clId="{0A9FA626-7B66-484A-9EFA-B61C399DD8F4}" dt="2026-03-21T09:47:45.271" v="358" actId="20577"/>
          <ac:spMkLst>
            <pc:docMk/>
            <pc:sldMk cId="508754356" sldId="265"/>
            <ac:spMk id="13" creationId="{90A49043-7AEC-4F39-A0CC-DBC7F8ECD24E}"/>
          </ac:spMkLst>
        </pc:spChg>
        <pc:spChg chg="mod">
          <ac:chgData name="Andrew Beatty" userId="ddf183e3-d1da-49e1-9619-81ceb6b4ef92" providerId="ADAL" clId="{0A9FA626-7B66-484A-9EFA-B61C399DD8F4}" dt="2026-03-21T09:47:54.449" v="373" actId="14100"/>
          <ac:spMkLst>
            <pc:docMk/>
            <pc:sldMk cId="508754356" sldId="265"/>
            <ac:spMk id="15" creationId="{961DE03D-FDC6-40C1-8A0A-2FE471884580}"/>
          </ac:spMkLst>
        </pc:spChg>
        <pc:spChg chg="mod">
          <ac:chgData name="Andrew Beatty" userId="ddf183e3-d1da-49e1-9619-81ceb6b4ef92" providerId="ADAL" clId="{0A9FA626-7B66-484A-9EFA-B61C399DD8F4}" dt="2026-03-21T09:51:05.426" v="431" actId="1076"/>
          <ac:spMkLst>
            <pc:docMk/>
            <pc:sldMk cId="508754356" sldId="265"/>
            <ac:spMk id="17" creationId="{DE3F1D67-CC6C-4FD9-9DC5-5443C436DD02}"/>
          </ac:spMkLst>
        </pc:spChg>
        <pc:spChg chg="mod">
          <ac:chgData name="Andrew Beatty" userId="ddf183e3-d1da-49e1-9619-81ceb6b4ef92" providerId="ADAL" clId="{0A9FA626-7B66-484A-9EFA-B61C399DD8F4}" dt="2026-03-21T09:51:01.096" v="430" actId="1076"/>
          <ac:spMkLst>
            <pc:docMk/>
            <pc:sldMk cId="508754356" sldId="265"/>
            <ac:spMk id="22" creationId="{A6711AAD-FA44-4F24-A8C4-1D04F6077298}"/>
          </ac:spMkLst>
        </pc:spChg>
        <pc:spChg chg="add mod">
          <ac:chgData name="Andrew Beatty" userId="ddf183e3-d1da-49e1-9619-81ceb6b4ef92" providerId="ADAL" clId="{0A9FA626-7B66-484A-9EFA-B61C399DD8F4}" dt="2026-03-21T09:58:43.199" v="555" actId="1076"/>
          <ac:spMkLst>
            <pc:docMk/>
            <pc:sldMk cId="508754356" sldId="265"/>
            <ac:spMk id="23" creationId="{87F9D043-90CC-8679-B5F7-B4F9F9AA03AE}"/>
          </ac:spMkLst>
        </pc:spChg>
        <pc:spChg chg="mod">
          <ac:chgData name="Andrew Beatty" userId="ddf183e3-d1da-49e1-9619-81ceb6b4ef92" providerId="ADAL" clId="{0A9FA626-7B66-484A-9EFA-B61C399DD8F4}" dt="2026-03-21T09:47:19.442" v="353" actId="14100"/>
          <ac:spMkLst>
            <pc:docMk/>
            <pc:sldMk cId="508754356" sldId="265"/>
            <ac:spMk id="26" creationId="{EB4E78A8-D034-422B-B253-E7376D4F6606}"/>
          </ac:spMkLst>
        </pc:spChg>
        <pc:spChg chg="mod">
          <ac:chgData name="Andrew Beatty" userId="ddf183e3-d1da-49e1-9619-81ceb6b4ef92" providerId="ADAL" clId="{0A9FA626-7B66-484A-9EFA-B61C399DD8F4}" dt="2026-03-21T09:51:14.914" v="433" actId="1076"/>
          <ac:spMkLst>
            <pc:docMk/>
            <pc:sldMk cId="508754356" sldId="265"/>
            <ac:spMk id="29" creationId="{5D78E48D-8AAB-4BF4-9BCE-D053D0F9BCA4}"/>
          </ac:spMkLst>
        </pc:spChg>
        <pc:spChg chg="mod">
          <ac:chgData name="Andrew Beatty" userId="ddf183e3-d1da-49e1-9619-81ceb6b4ef92" providerId="ADAL" clId="{0A9FA626-7B66-484A-9EFA-B61C399DD8F4}" dt="2026-03-21T09:46:56.658" v="343" actId="20577"/>
          <ac:spMkLst>
            <pc:docMk/>
            <pc:sldMk cId="508754356" sldId="265"/>
            <ac:spMk id="30" creationId="{C7BE8652-09D9-4930-BE63-994658BA04E4}"/>
          </ac:spMkLst>
        </pc:spChg>
        <pc:spChg chg="mod">
          <ac:chgData name="Andrew Beatty" userId="ddf183e3-d1da-49e1-9619-81ceb6b4ef92" providerId="ADAL" clId="{0A9FA626-7B66-484A-9EFA-B61C399DD8F4}" dt="2026-03-21T09:57:43.518" v="545" actId="1076"/>
          <ac:spMkLst>
            <pc:docMk/>
            <pc:sldMk cId="508754356" sldId="265"/>
            <ac:spMk id="31" creationId="{6FC5E4DE-1EB3-4961-8A6D-64AA2F9EA499}"/>
          </ac:spMkLst>
        </pc:spChg>
        <pc:spChg chg="mod">
          <ac:chgData name="Andrew Beatty" userId="ddf183e3-d1da-49e1-9619-81ceb6b4ef92" providerId="ADAL" clId="{0A9FA626-7B66-484A-9EFA-B61C399DD8F4}" dt="2026-03-21T09:57:43.518" v="545" actId="1076"/>
          <ac:spMkLst>
            <pc:docMk/>
            <pc:sldMk cId="508754356" sldId="265"/>
            <ac:spMk id="32" creationId="{046AF9D7-F0FD-4EFA-97C2-CEA29E478699}"/>
          </ac:spMkLst>
        </pc:spChg>
        <pc:spChg chg="add mod">
          <ac:chgData name="Andrew Beatty" userId="ddf183e3-d1da-49e1-9619-81ceb6b4ef92" providerId="ADAL" clId="{0A9FA626-7B66-484A-9EFA-B61C399DD8F4}" dt="2026-03-21T09:59:53.723" v="587" actId="20577"/>
          <ac:spMkLst>
            <pc:docMk/>
            <pc:sldMk cId="508754356" sldId="265"/>
            <ac:spMk id="36" creationId="{C1ED6EF4-F704-E8AD-0B9B-D5C4A0FD4F10}"/>
          </ac:spMkLst>
        </pc:spChg>
        <pc:spChg chg="add mod">
          <ac:chgData name="Andrew Beatty" userId="ddf183e3-d1da-49e1-9619-81ceb6b4ef92" providerId="ADAL" clId="{0A9FA626-7B66-484A-9EFA-B61C399DD8F4}" dt="2026-03-21T10:00:39.323" v="623" actId="20577"/>
          <ac:spMkLst>
            <pc:docMk/>
            <pc:sldMk cId="508754356" sldId="265"/>
            <ac:spMk id="38" creationId="{98038241-1C64-83DC-987B-21D0CEEF0D35}"/>
          </ac:spMkLst>
        </pc:spChg>
        <pc:spChg chg="add mod">
          <ac:chgData name="Andrew Beatty" userId="ddf183e3-d1da-49e1-9619-81ceb6b4ef92" providerId="ADAL" clId="{0A9FA626-7B66-484A-9EFA-B61C399DD8F4}" dt="2026-03-21T10:00:29.990" v="621" actId="1076"/>
          <ac:spMkLst>
            <pc:docMk/>
            <pc:sldMk cId="508754356" sldId="265"/>
            <ac:spMk id="40" creationId="{1FA01F2E-0797-DE6D-F03D-7E0395DB697E}"/>
          </ac:spMkLst>
        </pc:spChg>
        <pc:spChg chg="add mod">
          <ac:chgData name="Andrew Beatty" userId="ddf183e3-d1da-49e1-9619-81ceb6b4ef92" providerId="ADAL" clId="{0A9FA626-7B66-484A-9EFA-B61C399DD8F4}" dt="2026-03-21T09:59:17.828" v="563" actId="1076"/>
          <ac:spMkLst>
            <pc:docMk/>
            <pc:sldMk cId="508754356" sldId="265"/>
            <ac:spMk id="58" creationId="{20F64472-5AE3-A43A-9A3F-34AD871F06FD}"/>
          </ac:spMkLst>
        </pc:spChg>
        <pc:picChg chg="add del mod">
          <ac:chgData name="Andrew Beatty" userId="ddf183e3-d1da-49e1-9619-81ceb6b4ef92" providerId="ADAL" clId="{0A9FA626-7B66-484A-9EFA-B61C399DD8F4}" dt="2026-03-26T15:17:08.091" v="721"/>
          <ac:picMkLst>
            <pc:docMk/>
            <pc:sldMk cId="508754356" sldId="265"/>
            <ac:picMk id="76" creationId="{DAAD3298-5A31-CA6F-E660-E34AFFF53CA6}"/>
          </ac:picMkLst>
        </pc:picChg>
        <pc:cxnChg chg="add mod">
          <ac:chgData name="Andrew Beatty" userId="ddf183e3-d1da-49e1-9619-81ceb6b4ef92" providerId="ADAL" clId="{0A9FA626-7B66-484A-9EFA-B61C399DD8F4}" dt="2026-03-21T09:57:43.518" v="545" actId="1076"/>
          <ac:cxnSpMkLst>
            <pc:docMk/>
            <pc:sldMk cId="508754356" sldId="265"/>
            <ac:cxnSpMk id="27" creationId="{802F99B9-7415-F923-3E49-5D6DB76556C4}"/>
          </ac:cxnSpMkLst>
        </pc:cxnChg>
        <pc:cxnChg chg="mod">
          <ac:chgData name="Andrew Beatty" userId="ddf183e3-d1da-49e1-9619-81ceb6b4ef92" providerId="ADAL" clId="{0A9FA626-7B66-484A-9EFA-B61C399DD8F4}" dt="2026-03-21T09:47:06.903" v="346" actId="14100"/>
          <ac:cxnSpMkLst>
            <pc:docMk/>
            <pc:sldMk cId="508754356" sldId="265"/>
            <ac:cxnSpMk id="45" creationId="{ED82FE05-603D-418F-8585-11154041D99B}"/>
          </ac:cxnSpMkLst>
        </pc:cxnChg>
        <pc:cxnChg chg="mod">
          <ac:chgData name="Andrew Beatty" userId="ddf183e3-d1da-49e1-9619-81ceb6b4ef92" providerId="ADAL" clId="{0A9FA626-7B66-484A-9EFA-B61C399DD8F4}" dt="2026-03-21T09:51:19.616" v="434" actId="1076"/>
          <ac:cxnSpMkLst>
            <pc:docMk/>
            <pc:sldMk cId="508754356" sldId="265"/>
            <ac:cxnSpMk id="47" creationId="{EEA4F503-6494-4B55-B6E0-545ED1C59E7A}"/>
          </ac:cxnSpMkLst>
        </pc:cxnChg>
        <pc:cxnChg chg="mod">
          <ac:chgData name="Andrew Beatty" userId="ddf183e3-d1da-49e1-9619-81ceb6b4ef92" providerId="ADAL" clId="{0A9FA626-7B66-484A-9EFA-B61C399DD8F4}" dt="2026-03-21T09:51:11.312" v="432" actId="14100"/>
          <ac:cxnSpMkLst>
            <pc:docMk/>
            <pc:sldMk cId="508754356" sldId="265"/>
            <ac:cxnSpMk id="51" creationId="{2DC262F0-B007-4641-84C3-C98BF509844C}"/>
          </ac:cxnSpMkLst>
        </pc:cxnChg>
        <pc:cxnChg chg="mod">
          <ac:chgData name="Andrew Beatty" userId="ddf183e3-d1da-49e1-9619-81ceb6b4ef92" providerId="ADAL" clId="{0A9FA626-7B66-484A-9EFA-B61C399DD8F4}" dt="2026-03-21T09:59:30.131" v="566" actId="14100"/>
          <ac:cxnSpMkLst>
            <pc:docMk/>
            <pc:sldMk cId="508754356" sldId="265"/>
            <ac:cxnSpMk id="53" creationId="{B41CBA18-4388-4A1C-B81D-2A1F52844CC7}"/>
          </ac:cxnSpMkLst>
        </pc:cxnChg>
        <pc:cxnChg chg="mod">
          <ac:chgData name="Andrew Beatty" userId="ddf183e3-d1da-49e1-9619-81ceb6b4ef92" providerId="ADAL" clId="{0A9FA626-7B66-484A-9EFA-B61C399DD8F4}" dt="2026-03-21T09:58:35.856" v="553" actId="14100"/>
          <ac:cxnSpMkLst>
            <pc:docMk/>
            <pc:sldMk cId="508754356" sldId="265"/>
            <ac:cxnSpMk id="55" creationId="{BA772656-2E8D-41C9-B97C-BBA456CDE7A8}"/>
          </ac:cxnSpMkLst>
        </pc:cxnChg>
        <pc:cxnChg chg="mod">
          <ac:chgData name="Andrew Beatty" userId="ddf183e3-d1da-49e1-9619-81ceb6b4ef92" providerId="ADAL" clId="{0A9FA626-7B66-484A-9EFA-B61C399DD8F4}" dt="2026-03-21T09:51:05.426" v="431" actId="1076"/>
          <ac:cxnSpMkLst>
            <pc:docMk/>
            <pc:sldMk cId="508754356" sldId="265"/>
            <ac:cxnSpMk id="60" creationId="{51CBCD82-DB63-4C1F-983C-9196DF8FBEFC}"/>
          </ac:cxnSpMkLst>
        </pc:cxnChg>
        <pc:cxnChg chg="mod">
          <ac:chgData name="Andrew Beatty" userId="ddf183e3-d1da-49e1-9619-81ceb6b4ef92" providerId="ADAL" clId="{0A9FA626-7B66-484A-9EFA-B61C399DD8F4}" dt="2026-03-21T09:51:01.096" v="430" actId="1076"/>
          <ac:cxnSpMkLst>
            <pc:docMk/>
            <pc:sldMk cId="508754356" sldId="265"/>
            <ac:cxnSpMk id="62" creationId="{ACD4120B-B864-48BB-AC85-F1EC16AC6AD4}"/>
          </ac:cxnSpMkLst>
        </pc:cxnChg>
        <pc:cxnChg chg="mod">
          <ac:chgData name="Andrew Beatty" userId="ddf183e3-d1da-49e1-9619-81ceb6b4ef92" providerId="ADAL" clId="{0A9FA626-7B66-484A-9EFA-B61C399DD8F4}" dt="2026-03-21T10:30:02.616" v="712" actId="14100"/>
          <ac:cxnSpMkLst>
            <pc:docMk/>
            <pc:sldMk cId="508754356" sldId="265"/>
            <ac:cxnSpMk id="67" creationId="{3ECC35CC-85CA-4610-B813-7668CF4111C4}"/>
          </ac:cxnSpMkLst>
        </pc:cxnChg>
        <pc:cxnChg chg="mod">
          <ac:chgData name="Andrew Beatty" userId="ddf183e3-d1da-49e1-9619-81ceb6b4ef92" providerId="ADAL" clId="{0A9FA626-7B66-484A-9EFA-B61C399DD8F4}" dt="2026-03-21T09:57:43.518" v="545" actId="1076"/>
          <ac:cxnSpMkLst>
            <pc:docMk/>
            <pc:sldMk cId="508754356" sldId="265"/>
            <ac:cxnSpMk id="69" creationId="{3F6E1C14-7C88-4B20-A27B-1A74F8481DA1}"/>
          </ac:cxnSpMkLst>
        </pc:cxnChg>
        <pc:cxnChg chg="mod">
          <ac:chgData name="Andrew Beatty" userId="ddf183e3-d1da-49e1-9619-81ceb6b4ef92" providerId="ADAL" clId="{0A9FA626-7B66-484A-9EFA-B61C399DD8F4}" dt="2026-03-21T09:47:54.449" v="373" actId="14100"/>
          <ac:cxnSpMkLst>
            <pc:docMk/>
            <pc:sldMk cId="508754356" sldId="265"/>
            <ac:cxnSpMk id="73" creationId="{2478AE36-8D55-400F-905B-FE6CA10CA3D1}"/>
          </ac:cxnSpMkLst>
        </pc:cxnChg>
        <pc:cxnChg chg="mod">
          <ac:chgData name="Andrew Beatty" userId="ddf183e3-d1da-49e1-9619-81ceb6b4ef92" providerId="ADAL" clId="{0A9FA626-7B66-484A-9EFA-B61C399DD8F4}" dt="2026-03-21T09:52:31.716" v="459" actId="1076"/>
          <ac:cxnSpMkLst>
            <pc:docMk/>
            <pc:sldMk cId="508754356" sldId="265"/>
            <ac:cxnSpMk id="79" creationId="{50CDDA17-6DA7-469B-B321-B0DB0FBAEFB9}"/>
          </ac:cxnSpMkLst>
        </pc:cxnChg>
        <pc:cxnChg chg="mod">
          <ac:chgData name="Andrew Beatty" userId="ddf183e3-d1da-49e1-9619-81ceb6b4ef92" providerId="ADAL" clId="{0A9FA626-7B66-484A-9EFA-B61C399DD8F4}" dt="2026-03-21T09:58:39.522" v="554" actId="1076"/>
          <ac:cxnSpMkLst>
            <pc:docMk/>
            <pc:sldMk cId="508754356" sldId="265"/>
            <ac:cxnSpMk id="81" creationId="{556D08AB-4F68-40F5-933F-1CB834CB553C}"/>
          </ac:cxnSpMkLst>
        </pc:cxnChg>
      </pc:sldChg>
      <pc:sldChg chg="addSp delSp modSp add mod modTransition modAnim">
        <pc:chgData name="Andrew Beatty" userId="ddf183e3-d1da-49e1-9619-81ceb6b4ef92" providerId="ADAL" clId="{0A9FA626-7B66-484A-9EFA-B61C399DD8F4}" dt="2026-03-26T15:17:08.091" v="721"/>
        <pc:sldMkLst>
          <pc:docMk/>
          <pc:sldMk cId="3114501921" sldId="269"/>
        </pc:sldMkLst>
        <pc:spChg chg="add mod">
          <ac:chgData name="Andrew Beatty" userId="ddf183e3-d1da-49e1-9619-81ceb6b4ef92" providerId="ADAL" clId="{0A9FA626-7B66-484A-9EFA-B61C399DD8F4}" dt="2026-03-21T10:01:00.259" v="633" actId="122"/>
          <ac:spMkLst>
            <pc:docMk/>
            <pc:sldMk cId="3114501921" sldId="269"/>
            <ac:spMk id="2" creationId="{FEDE626A-5AFB-D5A9-1720-11D990CA1D7A}"/>
          </ac:spMkLst>
        </pc:spChg>
        <pc:spChg chg="mod">
          <ac:chgData name="Andrew Beatty" userId="ddf183e3-d1da-49e1-9619-81ceb6b4ef92" providerId="ADAL" clId="{0A9FA626-7B66-484A-9EFA-B61C399DD8F4}" dt="2026-03-21T09:57:09.594" v="543" actId="20577"/>
          <ac:spMkLst>
            <pc:docMk/>
            <pc:sldMk cId="3114501921" sldId="269"/>
            <ac:spMk id="3" creationId="{B65AAB2F-192C-4631-AF8E-7C8D02648720}"/>
          </ac:spMkLst>
        </pc:spChg>
        <pc:picChg chg="add del mod">
          <ac:chgData name="Andrew Beatty" userId="ddf183e3-d1da-49e1-9619-81ceb6b4ef92" providerId="ADAL" clId="{0A9FA626-7B66-484A-9EFA-B61C399DD8F4}" dt="2026-03-26T15:17:08.091" v="721"/>
          <ac:picMkLst>
            <pc:docMk/>
            <pc:sldMk cId="3114501921" sldId="269"/>
            <ac:picMk id="5" creationId="{AD7A2439-4012-C60B-2B21-4ED98ED77843}"/>
          </ac:picMkLst>
        </pc:picChg>
      </pc:sldChg>
      <pc:sldChg chg="addSp delSp modSp new del mod modTransition modAnim">
        <pc:chgData name="Andrew Beatty" userId="ddf183e3-d1da-49e1-9619-81ceb6b4ef92" providerId="ADAL" clId="{0A9FA626-7B66-484A-9EFA-B61C399DD8F4}" dt="2026-03-26T15:17:11.115" v="722" actId="47"/>
        <pc:sldMkLst>
          <pc:docMk/>
          <pc:sldMk cId="1688588775" sldId="27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E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I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3/26/2026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E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IE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ndrew.Beatty@gmit.ie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81A9E-31FB-4CB2-BA3C-9649BAEB38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HTML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420479-64EF-48C6-AECA-4F4417810B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Data Representation</a:t>
            </a:r>
          </a:p>
          <a:p>
            <a:r>
              <a:rPr lang="en-IE" dirty="0">
                <a:hlinkClick r:id="rId2"/>
              </a:rPr>
              <a:t>Andrew.Beatty@atu.ie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692892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55167F-F634-4D28-8C68-DBBA3E708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n-IE" dirty="0"/>
              <a:t>Html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5BC69-F250-4D43-A70A-6D4AA9B885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320412"/>
            <a:ext cx="10058400" cy="3851787"/>
          </a:xfrm>
        </p:spPr>
        <p:txBody>
          <a:bodyPr>
            <a:normAutofit fontScale="92500" lnSpcReduction="10000"/>
          </a:bodyPr>
          <a:lstStyle/>
          <a:p>
            <a:r>
              <a:rPr lang="en-IE" dirty="0"/>
              <a:t>Hyper Text Markup Language (XML came from it)</a:t>
            </a:r>
          </a:p>
          <a:p>
            <a:r>
              <a:rPr lang="en-IE" dirty="0"/>
              <a:t>Using W3Schools to learn html</a:t>
            </a:r>
          </a:p>
          <a:p>
            <a:r>
              <a:rPr lang="en-IE" dirty="0"/>
              <a:t>The page tags (&lt;html&gt;,&lt;head&gt;,&lt;body&gt;)</a:t>
            </a:r>
          </a:p>
          <a:p>
            <a:r>
              <a:rPr lang="en-IE" dirty="0"/>
              <a:t>The attributes id and class (for later)</a:t>
            </a:r>
          </a:p>
          <a:p>
            <a:r>
              <a:rPr lang="en-IE" dirty="0"/>
              <a:t>The &lt;div&gt; tag</a:t>
            </a:r>
          </a:p>
          <a:p>
            <a:r>
              <a:rPr lang="en-IE" dirty="0"/>
              <a:t>The table tags (&lt;table&gt;,&lt;tr&gt;,&lt;</a:t>
            </a:r>
            <a:r>
              <a:rPr lang="en-IE" dirty="0" err="1"/>
              <a:t>th</a:t>
            </a:r>
            <a:r>
              <a:rPr lang="en-IE" dirty="0"/>
              <a:t>&gt;,&lt;td&gt;)</a:t>
            </a:r>
          </a:p>
          <a:p>
            <a:r>
              <a:rPr lang="en-IE" dirty="0"/>
              <a:t>The form tags (&lt;form&gt;, &lt;input&gt;,&lt;button&gt;,&lt;select&gt;,&lt;option&gt;)</a:t>
            </a:r>
          </a:p>
          <a:p>
            <a:pPr marL="0" indent="0">
              <a:buNone/>
            </a:pPr>
            <a:r>
              <a:rPr lang="en-IE" dirty="0"/>
              <a:t>I am not going through how to make pages look nice, that is a whole course in itself. Know that CSS exists and is used to format webpages, and nowadays I use code assistants.</a:t>
            </a:r>
          </a:p>
          <a:p>
            <a:pPr marL="0" indent="0">
              <a:buNone/>
            </a:pPr>
            <a:r>
              <a:rPr lang="en-IE" dirty="0"/>
              <a:t>The &lt;script&gt; tag: is where you write your </a:t>
            </a:r>
            <a:r>
              <a:rPr lang="en-IE" dirty="0" err="1"/>
              <a:t>javascript</a:t>
            </a:r>
            <a:endParaRPr lang="en-IE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3298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E434E-EDA1-42AF-9C83-CCA65C0EAB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567" y="1069935"/>
            <a:ext cx="10058400" cy="259320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E" sz="1800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IE" sz="1800" dirty="0">
                <a:solidFill>
                  <a:srgbClr val="00B0F0"/>
                </a:solidFill>
              </a:rPr>
              <a:t>&lt;root-element</a:t>
            </a:r>
            <a:r>
              <a:rPr lang="en-IE" sz="1800" dirty="0"/>
              <a:t> </a:t>
            </a:r>
            <a:r>
              <a:rPr lang="en-IE" sz="1800" dirty="0">
                <a:solidFill>
                  <a:srgbClr val="7030A0"/>
                </a:solidFill>
              </a:rPr>
              <a:t>attribute-name="attribute-value"</a:t>
            </a:r>
            <a:r>
              <a:rPr lang="en-IE" sz="1800" dirty="0">
                <a:solidFill>
                  <a:srgbClr val="00B0F0"/>
                </a:solidFill>
              </a:rPr>
              <a:t>&gt;</a:t>
            </a:r>
            <a:r>
              <a:rPr lang="en-IE" sz="1800" dirty="0"/>
              <a:t> </a:t>
            </a:r>
          </a:p>
          <a:p>
            <a:pPr marL="274320" lvl="1" indent="0">
              <a:buNone/>
            </a:pPr>
            <a:r>
              <a:rPr lang="en-IE" dirty="0">
                <a:solidFill>
                  <a:srgbClr val="00B0F0"/>
                </a:solidFill>
              </a:rPr>
              <a:t>&lt;child</a:t>
            </a:r>
            <a:r>
              <a:rPr lang="en-IE" dirty="0"/>
              <a:t> </a:t>
            </a:r>
            <a:r>
              <a:rPr lang="en-IE" dirty="0">
                <a:solidFill>
                  <a:srgbClr val="7030A0"/>
                </a:solidFill>
              </a:rPr>
              <a:t>name="value"</a:t>
            </a:r>
            <a:r>
              <a:rPr lang="en-IE" dirty="0"/>
              <a:t>&gt;Text</a:t>
            </a:r>
            <a:r>
              <a:rPr lang="en-IE" dirty="0">
                <a:solidFill>
                  <a:srgbClr val="0070C0"/>
                </a:solidFill>
              </a:rPr>
              <a:t>&lt;/child&gt; </a:t>
            </a:r>
          </a:p>
          <a:p>
            <a:pPr marL="274320" lvl="1" indent="0">
              <a:buNone/>
            </a:pPr>
            <a:r>
              <a:rPr lang="en-IE" dirty="0">
                <a:solidFill>
                  <a:srgbClr val="00B0F0"/>
                </a:solidFill>
              </a:rPr>
              <a:t>&lt;child</a:t>
            </a:r>
            <a:r>
              <a:rPr lang="en-IE" dirty="0"/>
              <a:t> </a:t>
            </a:r>
            <a:r>
              <a:rPr lang="en-IE" dirty="0">
                <a:solidFill>
                  <a:srgbClr val="7030A0"/>
                </a:solidFill>
              </a:rPr>
              <a:t>name="value"</a:t>
            </a:r>
            <a:r>
              <a:rPr lang="en-IE" dirty="0"/>
              <a:t>&gt;Text</a:t>
            </a:r>
            <a:r>
              <a:rPr lang="en-IE" dirty="0">
                <a:solidFill>
                  <a:srgbClr val="0070C0"/>
                </a:solidFill>
              </a:rPr>
              <a:t>&lt;/child&gt; </a:t>
            </a:r>
          </a:p>
          <a:p>
            <a:pPr marL="274320" lvl="1" indent="0">
              <a:buNone/>
            </a:pPr>
            <a:r>
              <a:rPr lang="en-IE" dirty="0">
                <a:solidFill>
                  <a:srgbClr val="00B0F0"/>
                </a:solidFill>
              </a:rPr>
              <a:t>&lt;child</a:t>
            </a:r>
            <a:r>
              <a:rPr lang="en-IE" dirty="0"/>
              <a:t>&gt; </a:t>
            </a: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&amp;</a:t>
            </a:r>
            <a:r>
              <a:rPr lang="en-IE" dirty="0" err="1">
                <a:solidFill>
                  <a:schemeClr val="bg1">
                    <a:lumMod val="50000"/>
                  </a:schemeClr>
                </a:solidFill>
              </a:rPr>
              <a:t>lt</a:t>
            </a: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IE" dirty="0"/>
              <a:t>is an example of encoding</a:t>
            </a:r>
            <a:r>
              <a:rPr lang="en-IE" dirty="0">
                <a:solidFill>
                  <a:srgbClr val="0070C0"/>
                </a:solidFill>
              </a:rPr>
              <a:t>&lt;/child&gt; </a:t>
            </a:r>
          </a:p>
          <a:p>
            <a:pPr marL="274320" lvl="1" indent="0">
              <a:buNone/>
            </a:pPr>
            <a:r>
              <a:rPr lang="en-IE" dirty="0">
                <a:solidFill>
                  <a:srgbClr val="00B0F0"/>
                </a:solidFill>
              </a:rPr>
              <a:t>&lt;lone-warrior /&gt; </a:t>
            </a:r>
          </a:p>
          <a:p>
            <a:pPr marL="0" indent="0">
              <a:buNone/>
            </a:pPr>
            <a:r>
              <a:rPr lang="en-IE" sz="1800" dirty="0">
                <a:solidFill>
                  <a:srgbClr val="0070C0"/>
                </a:solidFill>
              </a:rPr>
              <a:t>&lt;/root-element&gt;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C7F947C-7D00-445F-9E48-49F79B236513}"/>
              </a:ext>
            </a:extLst>
          </p:cNvPr>
          <p:cNvSpPr txBox="1">
            <a:spLocks/>
          </p:cNvSpPr>
          <p:nvPr/>
        </p:nvSpPr>
        <p:spPr>
          <a:xfrm>
            <a:off x="826567" y="3587503"/>
            <a:ext cx="10058400" cy="4846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1400" dirty="0">
                <a:solidFill>
                  <a:srgbClr val="92D050"/>
                </a:solidFill>
              </a:rPr>
              <a:t>Root element </a:t>
            </a:r>
            <a:r>
              <a:rPr lang="en-IE" sz="1400" dirty="0">
                <a:solidFill>
                  <a:schemeClr val="accent1"/>
                </a:solidFill>
              </a:rPr>
              <a:t>	</a:t>
            </a:r>
            <a:r>
              <a:rPr lang="en-IE" sz="1400" dirty="0"/>
              <a:t>is &lt;HTML&gt;</a:t>
            </a:r>
            <a:endParaRPr lang="en-IE" sz="1400" dirty="0">
              <a:solidFill>
                <a:srgbClr val="92D050"/>
              </a:solidFill>
            </a:endParaRPr>
          </a:p>
          <a:p>
            <a:r>
              <a:rPr lang="en-IE" sz="1400" dirty="0">
                <a:solidFill>
                  <a:srgbClr val="00B050"/>
                </a:solidFill>
              </a:rPr>
              <a:t>Elements</a:t>
            </a:r>
            <a:r>
              <a:rPr lang="en-IE" sz="1400" dirty="0"/>
              <a:t> 	XML is structured as elements, which are enclosed in angle brackets. Elements have tags that must 		start with a letter but may contain a number, elements must have a closing tag</a:t>
            </a:r>
          </a:p>
          <a:p>
            <a:r>
              <a:rPr lang="en-IE" sz="1400" dirty="0">
                <a:solidFill>
                  <a:srgbClr val="00B0F0"/>
                </a:solidFill>
              </a:rPr>
              <a:t>Tag</a:t>
            </a:r>
            <a:r>
              <a:rPr lang="en-IE" sz="1400" dirty="0"/>
              <a:t>		&lt;Tags&gt; indicate the start and the end of each element (</a:t>
            </a:r>
            <a:r>
              <a:rPr lang="en-IE" sz="1400" dirty="0">
                <a:solidFill>
                  <a:srgbClr val="0070C0"/>
                </a:solidFill>
              </a:rPr>
              <a:t>end tag </a:t>
            </a:r>
            <a:r>
              <a:rPr lang="en-IE" sz="1400" dirty="0"/>
              <a:t>indicated with &lt;/ </a:t>
            </a:r>
            <a:r>
              <a:rPr lang="en-IE" sz="1400" dirty="0" err="1">
                <a:solidFill>
                  <a:srgbClr val="0070C0"/>
                </a:solidFill>
              </a:rPr>
              <a:t>tagname</a:t>
            </a:r>
            <a:r>
              <a:rPr lang="en-IE" sz="1400" dirty="0"/>
              <a:t>&gt;)</a:t>
            </a:r>
          </a:p>
          <a:p>
            <a:r>
              <a:rPr lang="en-IE" sz="1400" dirty="0">
                <a:solidFill>
                  <a:srgbClr val="7030A0"/>
                </a:solidFill>
              </a:rPr>
              <a:t>Attributes</a:t>
            </a:r>
            <a:r>
              <a:rPr lang="en-IE" sz="1400" dirty="0"/>
              <a:t> 	Elements can have attributes, which are name–value pairs within the angle brackets. A given 		attribute name can only be specified once per element.</a:t>
            </a:r>
          </a:p>
          <a:p>
            <a:r>
              <a:rPr lang="en-IE" sz="1400" dirty="0">
                <a:solidFill>
                  <a:schemeClr val="bg1">
                    <a:lumMod val="50000"/>
                  </a:schemeClr>
                </a:solidFill>
              </a:rPr>
              <a:t>Entity references </a:t>
            </a:r>
            <a:r>
              <a:rPr lang="en-IE" sz="1400" dirty="0">
                <a:solidFill>
                  <a:schemeClr val="accent1"/>
                </a:solidFill>
              </a:rPr>
              <a:t>	</a:t>
            </a:r>
            <a:r>
              <a:rPr lang="en-IE" sz="1400" dirty="0"/>
              <a:t>Certain characters must be escaped with entity references, e.g. 		&amp;</a:t>
            </a:r>
            <a:r>
              <a:rPr lang="en-IE" sz="1400" dirty="0" err="1"/>
              <a:t>lt</a:t>
            </a:r>
            <a:r>
              <a:rPr lang="en-IE" sz="1400" dirty="0"/>
              <a:t>; for &lt;. </a:t>
            </a:r>
          </a:p>
          <a:p>
            <a:r>
              <a:rPr lang="en-IE" sz="1400" dirty="0">
                <a:solidFill>
                  <a:schemeClr val="accent1"/>
                </a:solidFill>
              </a:rPr>
              <a:t>Case sensitive 	</a:t>
            </a:r>
            <a:r>
              <a:rPr lang="en-IE" sz="1400" dirty="0"/>
              <a:t>HTML is not case sensitive</a:t>
            </a:r>
          </a:p>
          <a:p>
            <a:r>
              <a:rPr lang="en-IE" sz="1400" dirty="0"/>
              <a:t>Plain text	Or data, can be inside the tags</a:t>
            </a:r>
          </a:p>
          <a:p>
            <a:r>
              <a:rPr lang="en-IE" sz="1400" dirty="0"/>
              <a:t>DOM 		Document Object model	</a:t>
            </a:r>
          </a:p>
          <a:p>
            <a:endParaRPr lang="en-IE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289C00-A8FF-427A-A248-2AFC74F951CE}"/>
              </a:ext>
            </a:extLst>
          </p:cNvPr>
          <p:cNvSpPr/>
          <p:nvPr/>
        </p:nvSpPr>
        <p:spPr>
          <a:xfrm>
            <a:off x="826568" y="1442350"/>
            <a:ext cx="7797316" cy="2019454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716DAA-DF5F-4D6A-8546-28133DE38F8D}"/>
              </a:ext>
            </a:extLst>
          </p:cNvPr>
          <p:cNvSpPr/>
          <p:nvPr/>
        </p:nvSpPr>
        <p:spPr>
          <a:xfrm>
            <a:off x="1182848" y="1792395"/>
            <a:ext cx="3833769" cy="23489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D017AC-4C55-4BC1-BD3F-D5E6AC472824}"/>
              </a:ext>
            </a:extLst>
          </p:cNvPr>
          <p:cNvSpPr/>
          <p:nvPr/>
        </p:nvSpPr>
        <p:spPr>
          <a:xfrm>
            <a:off x="1182847" y="2131646"/>
            <a:ext cx="3833769" cy="23489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608A1D-4B19-4DF5-8AB2-833DBD16E9E2}"/>
              </a:ext>
            </a:extLst>
          </p:cNvPr>
          <p:cNvSpPr/>
          <p:nvPr/>
        </p:nvSpPr>
        <p:spPr>
          <a:xfrm>
            <a:off x="1182846" y="2755228"/>
            <a:ext cx="1853969" cy="31978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3EA8F8-BD2C-4CD4-B9BC-369BFB7D76D7}"/>
              </a:ext>
            </a:extLst>
          </p:cNvPr>
          <p:cNvSpPr/>
          <p:nvPr/>
        </p:nvSpPr>
        <p:spPr>
          <a:xfrm>
            <a:off x="1182846" y="2436446"/>
            <a:ext cx="6568581" cy="24887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DF3D34-6F02-BAA8-C4BA-196B5AA092CA}"/>
              </a:ext>
            </a:extLst>
          </p:cNvPr>
          <p:cNvSpPr txBox="1"/>
          <p:nvPr/>
        </p:nvSpPr>
        <p:spPr>
          <a:xfrm>
            <a:off x="826567" y="646981"/>
            <a:ext cx="79464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/>
              <a:t>HTML and XML</a:t>
            </a:r>
            <a:endParaRPr lang="en-IE" sz="4400" dirty="0"/>
          </a:p>
        </p:txBody>
      </p:sp>
    </p:spTree>
    <p:extLst>
      <p:ext uri="{BB962C8B-B14F-4D97-AF65-F5344CB8AC3E}">
        <p14:creationId xmlns:p14="http://schemas.microsoft.com/office/powerpoint/2010/main" val="2571293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AAB2F-192C-4631-AF8E-7C8D02648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763397"/>
            <a:ext cx="10058400" cy="5628071"/>
          </a:xfrm>
          <a:solidFill>
            <a:schemeClr val="tx1"/>
          </a:solidFill>
        </p:spPr>
        <p:txBody>
          <a:bodyPr>
            <a:normAutofit/>
          </a:bodyPr>
          <a:lstStyle/>
          <a:p>
            <a:pPr marL="216000">
              <a:lnSpc>
                <a:spcPct val="120000"/>
              </a:lnSpc>
              <a:spcBef>
                <a:spcPts val="0"/>
              </a:spcBef>
              <a:buNone/>
            </a:pPr>
            <a:r>
              <a:rPr lang="en-IE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&lt;!</a:t>
            </a:r>
            <a:r>
              <a:rPr lang="en-IE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IE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E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216000">
              <a:lnSpc>
                <a:spcPct val="120000"/>
              </a:lnSpc>
              <a:spcBef>
                <a:spcPts val="0"/>
              </a:spcBef>
              <a:buNone/>
            </a:pPr>
            <a:r>
              <a:rPr lang="en-IE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E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lang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E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en</a:t>
            </a:r>
            <a:r>
              <a:rPr lang="en-I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E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E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216000">
              <a:lnSpc>
                <a:spcPct val="120000"/>
              </a:lnSpc>
              <a:spcBef>
                <a:spcPts val="0"/>
              </a:spcBef>
              <a:buNone/>
            </a:pPr>
            <a:r>
              <a:rPr lang="en-IE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E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IE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E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216000">
              <a:lnSpc>
                <a:spcPct val="120000"/>
              </a:lnSpc>
              <a:spcBef>
                <a:spcPts val="0"/>
              </a:spcBef>
              <a:buNone/>
            </a:pP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E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E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IE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Books Manager</a:t>
            </a:r>
            <a:r>
              <a:rPr lang="en-IE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E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IE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E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216000">
              <a:lnSpc>
                <a:spcPct val="120000"/>
              </a:lnSpc>
              <a:spcBef>
                <a:spcPts val="0"/>
              </a:spcBef>
              <a:buNone/>
            </a:pP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E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&lt;!-- Styles --&gt;</a:t>
            </a:r>
            <a:endParaRPr lang="en-IE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216000">
              <a:lnSpc>
                <a:spcPct val="120000"/>
              </a:lnSpc>
              <a:spcBef>
                <a:spcPts val="0"/>
              </a:spcBef>
              <a:buNone/>
            </a:pP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E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E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"styles.css"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E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E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216000">
              <a:lnSpc>
                <a:spcPct val="120000"/>
              </a:lnSpc>
              <a:spcBef>
                <a:spcPts val="0"/>
              </a:spcBef>
              <a:buNone/>
            </a:pPr>
            <a:r>
              <a:rPr lang="en-IE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E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IE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E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216000">
              <a:lnSpc>
                <a:spcPct val="120000"/>
              </a:lnSpc>
              <a:spcBef>
                <a:spcPts val="0"/>
              </a:spcBef>
              <a:buNone/>
            </a:pPr>
            <a:r>
              <a:rPr lang="en-IE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E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IE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21600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	&lt;</a:t>
            </a:r>
            <a:r>
              <a:rPr lang="en-GB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bookForm</a:t>
            </a:r>
            <a:r>
              <a:rPr lang="en-GB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GB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21600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GB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GB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21600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			title &lt;</a:t>
            </a:r>
            <a:r>
              <a:rPr lang="en-GB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"title"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"title”</a:t>
            </a:r>
            <a:r>
              <a:rPr lang="en-GB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</a:p>
          <a:p>
            <a:pPr marL="216000">
              <a:lnSpc>
                <a:spcPct val="120000"/>
              </a:lnSpc>
              <a:spcBef>
                <a:spcPts val="0"/>
              </a:spcBef>
              <a:buNone/>
            </a:pPr>
            <a:r>
              <a:rPr lang="en-IE" dirty="0">
                <a:solidFill>
                  <a:srgbClr val="808080"/>
                </a:solidFill>
                <a:latin typeface="Consolas" panose="020B0609020204030204" pitchFamily="49" charset="0"/>
              </a:rPr>
              <a:t>		&lt;/</a:t>
            </a:r>
            <a:r>
              <a:rPr lang="en-IE" dirty="0">
                <a:solidFill>
                  <a:srgbClr val="569CD6"/>
                </a:solidFill>
                <a:latin typeface="Consolas" panose="020B0609020204030204" pitchFamily="49" charset="0"/>
              </a:rPr>
              <a:t>div</a:t>
            </a:r>
            <a:r>
              <a:rPr lang="en-IE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GB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216000">
              <a:lnSpc>
                <a:spcPct val="120000"/>
              </a:lnSpc>
              <a:spcBef>
                <a:spcPts val="0"/>
              </a:spcBef>
              <a:buNone/>
            </a:pPr>
            <a:r>
              <a:rPr lang="en-IE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	&lt;/</a:t>
            </a:r>
            <a:r>
              <a:rPr lang="en-IE" dirty="0">
                <a:solidFill>
                  <a:srgbClr val="569CD6"/>
                </a:solidFill>
                <a:latin typeface="Consolas" panose="020B0609020204030204" pitchFamily="49" charset="0"/>
              </a:rPr>
              <a:t>form</a:t>
            </a:r>
            <a:r>
              <a:rPr lang="en-IE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E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216000">
              <a:lnSpc>
                <a:spcPct val="120000"/>
              </a:lnSpc>
              <a:spcBef>
                <a:spcPts val="0"/>
              </a:spcBef>
              <a:buNone/>
            </a:pPr>
            <a:r>
              <a:rPr lang="en-IE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E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IE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E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216000">
              <a:lnSpc>
                <a:spcPct val="120000"/>
              </a:lnSpc>
              <a:spcBef>
                <a:spcPts val="0"/>
              </a:spcBef>
              <a:buNone/>
            </a:pPr>
            <a:r>
              <a:rPr lang="en-IE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E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IE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E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GB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E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DE626A-5AFB-D5A9-1720-11D990CA1D7A}"/>
              </a:ext>
            </a:extLst>
          </p:cNvPr>
          <p:cNvSpPr txBox="1"/>
          <p:nvPr/>
        </p:nvSpPr>
        <p:spPr>
          <a:xfrm>
            <a:off x="3685592" y="279918"/>
            <a:ext cx="4385388" cy="382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Consider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114501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A8AAF-1C3D-457E-A15B-03E2E8267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4917" y="525707"/>
            <a:ext cx="10058400" cy="5559804"/>
          </a:xfrm>
        </p:spPr>
        <p:txBody>
          <a:bodyPr/>
          <a:lstStyle/>
          <a:p>
            <a:r>
              <a:rPr lang="en-IE" dirty="0"/>
              <a:t>As DOM</a:t>
            </a:r>
          </a:p>
          <a:p>
            <a:endParaRPr lang="en-IE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F1702D-FAF4-438C-81DD-CDA42E1851B9}"/>
              </a:ext>
            </a:extLst>
          </p:cNvPr>
          <p:cNvSpPr/>
          <p:nvPr/>
        </p:nvSpPr>
        <p:spPr>
          <a:xfrm>
            <a:off x="4899169" y="1166070"/>
            <a:ext cx="2105637" cy="520118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400" dirty="0"/>
              <a:t>Element (root)</a:t>
            </a:r>
          </a:p>
          <a:p>
            <a:pPr algn="ctr"/>
            <a:r>
              <a:rPr lang="en-IE" sz="1400" dirty="0"/>
              <a:t>html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9FF36F-7F9B-4E6C-BE13-860FE78A9C62}"/>
              </a:ext>
            </a:extLst>
          </p:cNvPr>
          <p:cNvSpPr/>
          <p:nvPr/>
        </p:nvSpPr>
        <p:spPr>
          <a:xfrm>
            <a:off x="2434205" y="2242659"/>
            <a:ext cx="2105637" cy="5201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400" dirty="0"/>
              <a:t>Element</a:t>
            </a:r>
          </a:p>
          <a:p>
            <a:pPr algn="ctr"/>
            <a:r>
              <a:rPr lang="en-IE" sz="1400" dirty="0"/>
              <a:t>head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0A49043-7AEC-4F39-A0CC-DBC7F8ECD24E}"/>
              </a:ext>
            </a:extLst>
          </p:cNvPr>
          <p:cNvSpPr/>
          <p:nvPr/>
        </p:nvSpPr>
        <p:spPr>
          <a:xfrm>
            <a:off x="790658" y="3305609"/>
            <a:ext cx="1298897" cy="4781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400" dirty="0"/>
              <a:t>Element</a:t>
            </a:r>
          </a:p>
          <a:p>
            <a:pPr algn="ctr"/>
            <a:r>
              <a:rPr lang="en-IE" sz="1400" dirty="0"/>
              <a:t>title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1DE03D-FDC6-40C1-8A0A-2FE471884580}"/>
              </a:ext>
            </a:extLst>
          </p:cNvPr>
          <p:cNvSpPr/>
          <p:nvPr/>
        </p:nvSpPr>
        <p:spPr>
          <a:xfrm>
            <a:off x="790658" y="4300059"/>
            <a:ext cx="1465898" cy="4781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400" dirty="0"/>
              <a:t>TEXT</a:t>
            </a:r>
          </a:p>
          <a:p>
            <a:pPr algn="ctr"/>
            <a:r>
              <a:rPr lang="en-IE" sz="1400" dirty="0"/>
              <a:t>Books manager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E3F1D67-CC6C-4FD9-9DC5-5443C436DD02}"/>
              </a:ext>
            </a:extLst>
          </p:cNvPr>
          <p:cNvSpPr/>
          <p:nvPr/>
        </p:nvSpPr>
        <p:spPr>
          <a:xfrm>
            <a:off x="2292286" y="3308181"/>
            <a:ext cx="1298897" cy="4781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400" dirty="0"/>
              <a:t>comment</a:t>
            </a:r>
          </a:p>
          <a:p>
            <a:pPr algn="ctr"/>
            <a:r>
              <a:rPr lang="en-IE" sz="1400" dirty="0"/>
              <a:t>styles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6711AAD-FA44-4F24-A8C4-1D04F6077298}"/>
              </a:ext>
            </a:extLst>
          </p:cNvPr>
          <p:cNvSpPr/>
          <p:nvPr/>
        </p:nvSpPr>
        <p:spPr>
          <a:xfrm>
            <a:off x="4109504" y="3316451"/>
            <a:ext cx="1298897" cy="4781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400" dirty="0"/>
              <a:t>Element</a:t>
            </a:r>
          </a:p>
          <a:p>
            <a:pPr algn="ctr"/>
            <a:r>
              <a:rPr lang="en-IE" sz="1400" dirty="0"/>
              <a:t>link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B4E78A8-D034-422B-B253-E7376D4F6606}"/>
              </a:ext>
            </a:extLst>
          </p:cNvPr>
          <p:cNvSpPr/>
          <p:nvPr/>
        </p:nvSpPr>
        <p:spPr>
          <a:xfrm>
            <a:off x="2195426" y="1015068"/>
            <a:ext cx="1333235" cy="520118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000" dirty="0"/>
              <a:t>Attribute</a:t>
            </a:r>
          </a:p>
          <a:p>
            <a:pPr algn="ctr"/>
            <a:r>
              <a:rPr lang="en-IE" sz="1000" dirty="0"/>
              <a:t>lang</a:t>
            </a:r>
          </a:p>
          <a:p>
            <a:pPr algn="ctr"/>
            <a:r>
              <a:rPr lang="en-IE" sz="1000" dirty="0" err="1"/>
              <a:t>en</a:t>
            </a:r>
            <a:endParaRPr lang="en-IE" sz="1000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D78E48D-8AAB-4BF4-9BCE-D053D0F9BCA4}"/>
              </a:ext>
            </a:extLst>
          </p:cNvPr>
          <p:cNvSpPr/>
          <p:nvPr/>
        </p:nvSpPr>
        <p:spPr>
          <a:xfrm>
            <a:off x="5046996" y="2570993"/>
            <a:ext cx="1333235" cy="419449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000" dirty="0"/>
              <a:t>Attribute</a:t>
            </a:r>
          </a:p>
          <a:p>
            <a:pPr algn="ctr"/>
            <a:r>
              <a:rPr lang="en-IE" sz="1000" dirty="0" err="1"/>
              <a:t>href</a:t>
            </a:r>
            <a:endParaRPr lang="en-IE" sz="1000" dirty="0"/>
          </a:p>
          <a:p>
            <a:pPr algn="ctr"/>
            <a:r>
              <a:rPr lang="en-IE" sz="1000" dirty="0"/>
              <a:t>Styles.css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7BE8652-09D9-4930-BE63-994658BA04E4}"/>
              </a:ext>
            </a:extLst>
          </p:cNvPr>
          <p:cNvSpPr/>
          <p:nvPr/>
        </p:nvSpPr>
        <p:spPr>
          <a:xfrm>
            <a:off x="7997504" y="2238456"/>
            <a:ext cx="2105637" cy="5201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400" dirty="0"/>
              <a:t>Element</a:t>
            </a:r>
          </a:p>
          <a:p>
            <a:pPr algn="ctr"/>
            <a:r>
              <a:rPr lang="en-IE" sz="1400" dirty="0"/>
              <a:t>body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FC5E4DE-1EB3-4961-8A6D-64AA2F9EA499}"/>
              </a:ext>
            </a:extLst>
          </p:cNvPr>
          <p:cNvSpPr/>
          <p:nvPr/>
        </p:nvSpPr>
        <p:spPr>
          <a:xfrm>
            <a:off x="8392142" y="3230207"/>
            <a:ext cx="1298897" cy="4781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400" dirty="0"/>
              <a:t>Element</a:t>
            </a:r>
          </a:p>
          <a:p>
            <a:pPr algn="ctr"/>
            <a:r>
              <a:rPr lang="en-IE" sz="1400" dirty="0"/>
              <a:t>form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46AF9D7-F0FD-4EFA-97C2-CEA29E478699}"/>
              </a:ext>
            </a:extLst>
          </p:cNvPr>
          <p:cNvSpPr/>
          <p:nvPr/>
        </p:nvSpPr>
        <p:spPr>
          <a:xfrm>
            <a:off x="8379315" y="3984291"/>
            <a:ext cx="1298897" cy="4781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400" dirty="0"/>
              <a:t>Element</a:t>
            </a:r>
          </a:p>
          <a:p>
            <a:pPr algn="ctr"/>
            <a:r>
              <a:rPr lang="en-IE" sz="1400" dirty="0"/>
              <a:t>div</a:t>
            </a:r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115C3F8F-78E1-411E-9BDA-1A951A342866}"/>
              </a:ext>
            </a:extLst>
          </p:cNvPr>
          <p:cNvCxnSpPr>
            <a:stCxn id="4" idx="2"/>
          </p:cNvCxnSpPr>
          <p:nvPr/>
        </p:nvCxnSpPr>
        <p:spPr>
          <a:xfrm rot="5400000">
            <a:off x="4624431" y="618689"/>
            <a:ext cx="260058" cy="239505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774ED15-9C5E-458A-B3F4-EC6A3130F6CF}"/>
              </a:ext>
            </a:extLst>
          </p:cNvPr>
          <p:cNvCxnSpPr/>
          <p:nvPr/>
        </p:nvCxnSpPr>
        <p:spPr>
          <a:xfrm>
            <a:off x="3556932" y="1937857"/>
            <a:ext cx="0" cy="3005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A2287E82-2AD4-4309-9F90-84FA0E553520}"/>
              </a:ext>
            </a:extLst>
          </p:cNvPr>
          <p:cNvCxnSpPr>
            <a:stCxn id="4" idx="2"/>
          </p:cNvCxnSpPr>
          <p:nvPr/>
        </p:nvCxnSpPr>
        <p:spPr>
          <a:xfrm rot="16200000" flipH="1">
            <a:off x="7409576" y="228600"/>
            <a:ext cx="260058" cy="3175234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3BDF8C8-3B17-44D3-BFD1-A909BE72B505}"/>
              </a:ext>
            </a:extLst>
          </p:cNvPr>
          <p:cNvCxnSpPr/>
          <p:nvPr/>
        </p:nvCxnSpPr>
        <p:spPr>
          <a:xfrm>
            <a:off x="9118833" y="1946246"/>
            <a:ext cx="0" cy="2922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D82FE05-603D-418F-8585-11154041D99B}"/>
              </a:ext>
            </a:extLst>
          </p:cNvPr>
          <p:cNvCxnSpPr>
            <a:cxnSpLocks/>
            <a:stCxn id="4" idx="1"/>
          </p:cNvCxnSpPr>
          <p:nvPr/>
        </p:nvCxnSpPr>
        <p:spPr>
          <a:xfrm flipH="1" flipV="1">
            <a:off x="3556931" y="1237375"/>
            <a:ext cx="1342238" cy="1887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EA4F503-6494-4B55-B6E0-545ED1C59E7A}"/>
              </a:ext>
            </a:extLst>
          </p:cNvPr>
          <p:cNvCxnSpPr/>
          <p:nvPr/>
        </p:nvCxnSpPr>
        <p:spPr>
          <a:xfrm flipV="1">
            <a:off x="5396085" y="2959111"/>
            <a:ext cx="312674" cy="3928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C28F987C-8356-428E-93F9-2409FA93335D}"/>
              </a:ext>
            </a:extLst>
          </p:cNvPr>
          <p:cNvCxnSpPr>
            <a:cxnSpLocks/>
            <a:stCxn id="7" idx="2"/>
          </p:cNvCxnSpPr>
          <p:nvPr/>
        </p:nvCxnSpPr>
        <p:spPr>
          <a:xfrm rot="5400000">
            <a:off x="2351713" y="1851172"/>
            <a:ext cx="223706" cy="2046917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2DC262F0-B007-4641-84C3-C98BF509844C}"/>
              </a:ext>
            </a:extLst>
          </p:cNvPr>
          <p:cNvCxnSpPr>
            <a:cxnSpLocks/>
            <a:stCxn id="7" idx="2"/>
          </p:cNvCxnSpPr>
          <p:nvPr/>
        </p:nvCxnSpPr>
        <p:spPr>
          <a:xfrm rot="16200000" flipH="1">
            <a:off x="4010092" y="2239709"/>
            <a:ext cx="223706" cy="1269842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B41CBA18-4388-4A1C-B81D-2A1F52844CC7}"/>
              </a:ext>
            </a:extLst>
          </p:cNvPr>
          <p:cNvCxnSpPr>
            <a:cxnSpLocks/>
            <a:endCxn id="58" idx="0"/>
          </p:cNvCxnSpPr>
          <p:nvPr/>
        </p:nvCxnSpPr>
        <p:spPr>
          <a:xfrm rot="10800000" flipV="1">
            <a:off x="7720971" y="4632854"/>
            <a:ext cx="1287095" cy="29987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BA772656-2E8D-41C9-B97C-BBA456CDE7A8}"/>
              </a:ext>
            </a:extLst>
          </p:cNvPr>
          <p:cNvCxnSpPr>
            <a:cxnSpLocks/>
          </p:cNvCxnSpPr>
          <p:nvPr/>
        </p:nvCxnSpPr>
        <p:spPr>
          <a:xfrm>
            <a:off x="9041590" y="4419247"/>
            <a:ext cx="1875988" cy="224750"/>
          </a:xfrm>
          <a:prstGeom prst="bentConnector3">
            <a:avLst>
              <a:gd name="adj1" fmla="val -172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9FE10B5-5DF5-4116-8468-6C63F397D3A4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1440107" y="2986481"/>
            <a:ext cx="0" cy="3191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51CBCD82-DB63-4C1F-983C-9196DF8FBEFC}"/>
              </a:ext>
            </a:extLst>
          </p:cNvPr>
          <p:cNvCxnSpPr>
            <a:stCxn id="17" idx="0"/>
          </p:cNvCxnSpPr>
          <p:nvPr/>
        </p:nvCxnSpPr>
        <p:spPr>
          <a:xfrm flipV="1">
            <a:off x="2941735" y="2978211"/>
            <a:ext cx="3944" cy="329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ACD4120B-B864-48BB-AC85-F1EC16AC6AD4}"/>
              </a:ext>
            </a:extLst>
          </p:cNvPr>
          <p:cNvCxnSpPr>
            <a:cxnSpLocks/>
            <a:stCxn id="22" idx="0"/>
          </p:cNvCxnSpPr>
          <p:nvPr/>
        </p:nvCxnSpPr>
        <p:spPr>
          <a:xfrm flipV="1">
            <a:off x="4758953" y="2986481"/>
            <a:ext cx="0" cy="329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3ECC35CC-85CA-4610-B813-7668CF4111C4}"/>
              </a:ext>
            </a:extLst>
          </p:cNvPr>
          <p:cNvCxnSpPr>
            <a:cxnSpLocks/>
            <a:stCxn id="31" idx="0"/>
            <a:endCxn id="30" idx="2"/>
          </p:cNvCxnSpPr>
          <p:nvPr/>
        </p:nvCxnSpPr>
        <p:spPr>
          <a:xfrm flipV="1">
            <a:off x="9041591" y="2758574"/>
            <a:ext cx="8732" cy="4716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F6E1C14-7C88-4B20-A27B-1A74F8481DA1}"/>
              </a:ext>
            </a:extLst>
          </p:cNvPr>
          <p:cNvCxnSpPr>
            <a:stCxn id="32" idx="0"/>
          </p:cNvCxnSpPr>
          <p:nvPr/>
        </p:nvCxnSpPr>
        <p:spPr>
          <a:xfrm flipV="1">
            <a:off x="9028764" y="3665163"/>
            <a:ext cx="3499" cy="3191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2478AE36-8D55-400F-905B-FE6CA10CA3D1}"/>
              </a:ext>
            </a:extLst>
          </p:cNvPr>
          <p:cNvCxnSpPr>
            <a:cxnSpLocks/>
            <a:stCxn id="13" idx="2"/>
            <a:endCxn id="15" idx="0"/>
          </p:cNvCxnSpPr>
          <p:nvPr/>
        </p:nvCxnSpPr>
        <p:spPr>
          <a:xfrm>
            <a:off x="1440107" y="3783787"/>
            <a:ext cx="83500" cy="5162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50CDDA17-6DA7-469B-B321-B0DB0FBAEFB9}"/>
              </a:ext>
            </a:extLst>
          </p:cNvPr>
          <p:cNvCxnSpPr>
            <a:cxnSpLocks/>
            <a:stCxn id="31" idx="2"/>
          </p:cNvCxnSpPr>
          <p:nvPr/>
        </p:nvCxnSpPr>
        <p:spPr>
          <a:xfrm>
            <a:off x="9041591" y="3708385"/>
            <a:ext cx="0" cy="5330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556D08AB-4F68-40F5-933F-1CB834CB553C}"/>
              </a:ext>
            </a:extLst>
          </p:cNvPr>
          <p:cNvCxnSpPr>
            <a:cxnSpLocks/>
          </p:cNvCxnSpPr>
          <p:nvPr/>
        </p:nvCxnSpPr>
        <p:spPr>
          <a:xfrm>
            <a:off x="10917578" y="4647155"/>
            <a:ext cx="0" cy="22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E92F67B1-1B3A-4FDE-9927-CDEC1B343B5E}"/>
              </a:ext>
            </a:extLst>
          </p:cNvPr>
          <p:cNvSpPr txBox="1"/>
          <p:nvPr/>
        </p:nvSpPr>
        <p:spPr>
          <a:xfrm>
            <a:off x="253927" y="2311720"/>
            <a:ext cx="5709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1000" dirty="0"/>
              <a:t>parent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6A53989-05FD-46DC-8A85-65BBC2A33A15}"/>
              </a:ext>
            </a:extLst>
          </p:cNvPr>
          <p:cNvSpPr txBox="1"/>
          <p:nvPr/>
        </p:nvSpPr>
        <p:spPr>
          <a:xfrm>
            <a:off x="269121" y="3432429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1000" dirty="0"/>
              <a:t>child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A058568-2EA7-E439-7BB8-F687E6DC3F7A}"/>
              </a:ext>
            </a:extLst>
          </p:cNvPr>
          <p:cNvSpPr/>
          <p:nvPr/>
        </p:nvSpPr>
        <p:spPr>
          <a:xfrm>
            <a:off x="6869050" y="3241838"/>
            <a:ext cx="1333235" cy="419449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000" dirty="0"/>
              <a:t>Attribute</a:t>
            </a:r>
          </a:p>
          <a:p>
            <a:pPr algn="ctr"/>
            <a:r>
              <a:rPr lang="en-IE" sz="1000" dirty="0"/>
              <a:t>id</a:t>
            </a:r>
          </a:p>
          <a:p>
            <a:pPr algn="ctr"/>
            <a:r>
              <a:rPr lang="en-IE" sz="1000" dirty="0"/>
              <a:t>Book form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7F9D043-90CC-8679-B5F7-B4F9F9AA03AE}"/>
              </a:ext>
            </a:extLst>
          </p:cNvPr>
          <p:cNvSpPr/>
          <p:nvPr/>
        </p:nvSpPr>
        <p:spPr>
          <a:xfrm>
            <a:off x="10268127" y="4848245"/>
            <a:ext cx="1298897" cy="4781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400" dirty="0"/>
              <a:t>Element</a:t>
            </a:r>
          </a:p>
          <a:p>
            <a:pPr algn="ctr"/>
            <a:r>
              <a:rPr lang="en-IE" sz="1400" dirty="0"/>
              <a:t>input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02F99B9-7415-F923-3E49-5D6DB76556C4}"/>
              </a:ext>
            </a:extLst>
          </p:cNvPr>
          <p:cNvCxnSpPr>
            <a:cxnSpLocks/>
            <a:endCxn id="31" idx="1"/>
          </p:cNvCxnSpPr>
          <p:nvPr/>
        </p:nvCxnSpPr>
        <p:spPr>
          <a:xfrm>
            <a:off x="8202284" y="3430927"/>
            <a:ext cx="189858" cy="383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C1ED6EF4-F704-E8AD-0B9B-D5C4A0FD4F10}"/>
              </a:ext>
            </a:extLst>
          </p:cNvPr>
          <p:cNvSpPr/>
          <p:nvPr/>
        </p:nvSpPr>
        <p:spPr>
          <a:xfrm>
            <a:off x="8900227" y="4851038"/>
            <a:ext cx="1333235" cy="419449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000" dirty="0"/>
              <a:t>Attribute</a:t>
            </a:r>
          </a:p>
          <a:p>
            <a:pPr algn="ctr"/>
            <a:r>
              <a:rPr lang="en-IE" sz="1000" dirty="0"/>
              <a:t>type</a:t>
            </a:r>
          </a:p>
          <a:p>
            <a:pPr algn="ctr"/>
            <a:r>
              <a:rPr lang="en-IE" sz="1000" dirty="0"/>
              <a:t>input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98038241-1C64-83DC-987B-21D0CEEF0D35}"/>
              </a:ext>
            </a:extLst>
          </p:cNvPr>
          <p:cNvSpPr/>
          <p:nvPr/>
        </p:nvSpPr>
        <p:spPr>
          <a:xfrm>
            <a:off x="8900227" y="5338858"/>
            <a:ext cx="1333235" cy="419449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000" dirty="0"/>
              <a:t>Attribute</a:t>
            </a:r>
          </a:p>
          <a:p>
            <a:pPr algn="ctr"/>
            <a:r>
              <a:rPr lang="en-IE" sz="1000" dirty="0"/>
              <a:t>id</a:t>
            </a:r>
          </a:p>
          <a:p>
            <a:pPr algn="ctr"/>
            <a:r>
              <a:rPr lang="en-IE" sz="1000" dirty="0"/>
              <a:t>title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1FA01F2E-0797-DE6D-F03D-7E0395DB697E}"/>
              </a:ext>
            </a:extLst>
          </p:cNvPr>
          <p:cNvSpPr/>
          <p:nvPr/>
        </p:nvSpPr>
        <p:spPr>
          <a:xfrm>
            <a:off x="8900227" y="5788251"/>
            <a:ext cx="1333235" cy="419449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000" dirty="0"/>
              <a:t>Attribute</a:t>
            </a:r>
          </a:p>
          <a:p>
            <a:pPr algn="ctr"/>
            <a:r>
              <a:rPr lang="en-IE" sz="1000" dirty="0"/>
              <a:t>name</a:t>
            </a:r>
          </a:p>
          <a:p>
            <a:pPr algn="ctr"/>
            <a:r>
              <a:rPr lang="en-IE" sz="1000" dirty="0"/>
              <a:t>title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0F64472-5AE3-A43A-9A3F-34AD871F06FD}"/>
              </a:ext>
            </a:extLst>
          </p:cNvPr>
          <p:cNvSpPr/>
          <p:nvPr/>
        </p:nvSpPr>
        <p:spPr>
          <a:xfrm>
            <a:off x="6988021" y="4932724"/>
            <a:ext cx="1465898" cy="4781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400" dirty="0"/>
              <a:t>TEXT</a:t>
            </a:r>
          </a:p>
          <a:p>
            <a:pPr algn="ctr"/>
            <a:r>
              <a:rPr lang="en-IE" sz="1400" dirty="0"/>
              <a:t>Books manager</a:t>
            </a:r>
          </a:p>
        </p:txBody>
      </p:sp>
    </p:spTree>
    <p:extLst>
      <p:ext uri="{BB962C8B-B14F-4D97-AF65-F5344CB8AC3E}">
        <p14:creationId xmlns:p14="http://schemas.microsoft.com/office/powerpoint/2010/main" val="508754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F2C20-1B74-417F-9323-FD481C164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096241"/>
            <a:ext cx="10058400" cy="4050792"/>
          </a:xfrm>
        </p:spPr>
        <p:txBody>
          <a:bodyPr/>
          <a:lstStyle/>
          <a:p>
            <a:r>
              <a:rPr lang="en-IE" dirty="0"/>
              <a:t>Try this your self</a:t>
            </a:r>
          </a:p>
        </p:txBody>
      </p:sp>
    </p:spTree>
    <p:extLst>
      <p:ext uri="{BB962C8B-B14F-4D97-AF65-F5344CB8AC3E}">
        <p14:creationId xmlns:p14="http://schemas.microsoft.com/office/powerpoint/2010/main" val="40057125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2664</TotalTime>
  <Words>467</Words>
  <Application>Microsoft Office PowerPoint</Application>
  <PresentationFormat>Widescreen</PresentationFormat>
  <Paragraphs>89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Calibri</vt:lpstr>
      <vt:lpstr>Consolas</vt:lpstr>
      <vt:lpstr>Rockwell</vt:lpstr>
      <vt:lpstr>Rockwell Condensed</vt:lpstr>
      <vt:lpstr>Rockwell Extra Bold</vt:lpstr>
      <vt:lpstr>Wingdings</vt:lpstr>
      <vt:lpstr>Wood Type</vt:lpstr>
      <vt:lpstr>HTML</vt:lpstr>
      <vt:lpstr>Html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</dc:title>
  <dc:creator>Andrew Beatty</dc:creator>
  <cp:lastModifiedBy>Andrew Beatty</cp:lastModifiedBy>
  <cp:revision>8</cp:revision>
  <dcterms:created xsi:type="dcterms:W3CDTF">2019-09-25T19:42:30Z</dcterms:created>
  <dcterms:modified xsi:type="dcterms:W3CDTF">2026-03-26T15:17:18Z</dcterms:modified>
</cp:coreProperties>
</file>